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70" r:id="rId4"/>
  </p:sldMasterIdLst>
  <p:notesMasterIdLst>
    <p:notesMasterId r:id="rId17"/>
  </p:notesMasterIdLst>
  <p:sldIdLst>
    <p:sldId id="256" r:id="rId5"/>
    <p:sldId id="284" r:id="rId6"/>
    <p:sldId id="341" r:id="rId7"/>
    <p:sldId id="343" r:id="rId8"/>
    <p:sldId id="300" r:id="rId9"/>
    <p:sldId id="350" r:id="rId10"/>
    <p:sldId id="342" r:id="rId11"/>
    <p:sldId id="274" r:id="rId12"/>
    <p:sldId id="271" r:id="rId13"/>
    <p:sldId id="349" r:id="rId14"/>
    <p:sldId id="347" r:id="rId15"/>
    <p:sldId id="34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2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D143B-9E7C-4C6D-B7D0-DDAB217F8845}" v="30" dt="2025-12-02T10:43:27.174"/>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78" d="100"/>
          <a:sy n="78" d="100"/>
        </p:scale>
        <p:origin x="878"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88C29-9E04-4B26-9F0D-4A69CE9FE1A5}" type="datetimeFigureOut">
              <a:rPr lang="en-US" smtClean="0"/>
              <a:t>12/15/2025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E0407-935A-438B-AF66-28803EDE65A9}" type="slidenum">
              <a:rPr lang="en-US" smtClean="0"/>
              <a:t>‹#›</a:t>
            </a:fld>
            <a:endParaRPr lang="en-US" dirty="0"/>
          </a:p>
        </p:txBody>
      </p:sp>
    </p:spTree>
    <p:extLst>
      <p:ext uri="{BB962C8B-B14F-4D97-AF65-F5344CB8AC3E}">
        <p14:creationId xmlns:p14="http://schemas.microsoft.com/office/powerpoint/2010/main" val="190795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45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28E2-1F6F-4613-0641-984406E92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EFB7C-086C-B63B-0103-26A960FAA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D72AD-3E2A-4C74-D80C-24AC79F765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5E2948E-9453-DF95-5F03-03325EB87D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3512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3AC3AA-9C47-4E0B-BAC0-E8DEA4AD5A4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0437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953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r>
              <a:rPr lang="en-US"/>
              <a:t>20XX</a:t>
            </a:r>
            <a:endParaRPr lang="en-US" dirty="0"/>
          </a:p>
        </p:txBody>
      </p:sp>
      <p:sp>
        <p:nvSpPr>
          <p:cNvPr id="5" name="Footer Placeholder 4"/>
          <p:cNvSpPr>
            <a:spLocks noGrp="1"/>
          </p:cNvSpPr>
          <p:nvPr>
            <p:ph type="ftr" sz="quarter" idx="11"/>
          </p:nvPr>
        </p:nvSpPr>
        <p:spPr>
          <a:xfrm>
            <a:off x="2692397" y="5037663"/>
            <a:ext cx="5214635" cy="279400"/>
          </a:xfrm>
        </p:spPr>
        <p:txBody>
          <a:bodyPr/>
          <a:lstStyle/>
          <a:p>
            <a:r>
              <a:rPr lang="en-US"/>
              <a:t>Presentation title</a:t>
            </a:r>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73B850FF-6169-4056-8077-06FFA93A5366}" type="slidenum">
              <a:rPr lang="en-US" smtClean="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75663"/>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963060080"/>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2532840"/>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909168073"/>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73B850FF-6169-4056-8077-06FFA93A5366}"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962286"/>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73B850FF-6169-4056-8077-06FFA93A5366}"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0316346"/>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00042768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73B850FF-6169-4056-8077-06FFA93A5366}"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011960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940915610"/>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4269323602"/>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6728688"/>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1874341"/>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372109125"/>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722205"/>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3002226"/>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1204519"/>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340822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Title">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47124D-D927-400B-B59C-CEDBD507BE0C}"/>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6200000">
            <a:off x="43976" y="-43974"/>
            <a:ext cx="1447800" cy="1535750"/>
          </a:xfrm>
          <a:prstGeom prst="rect">
            <a:avLst/>
          </a:prstGeom>
        </p:spPr>
      </p:pic>
      <p:sp>
        <p:nvSpPr>
          <p:cNvPr id="10" name="Title 1">
            <a:extLst>
              <a:ext uri="{FF2B5EF4-FFF2-40B4-BE49-F238E27FC236}">
                <a16:creationId xmlns:a16="http://schemas.microsoft.com/office/drawing/2014/main" id="{D6ADF6CE-9ECB-46C3-934F-B81BC2BE0449}"/>
              </a:ext>
            </a:extLst>
          </p:cNvPr>
          <p:cNvSpPr>
            <a:spLocks noGrp="1"/>
          </p:cNvSpPr>
          <p:nvPr>
            <p:ph type="ctrTitle"/>
          </p:nvPr>
        </p:nvSpPr>
        <p:spPr>
          <a:xfrm>
            <a:off x="1293876" y="304801"/>
            <a:ext cx="9601200" cy="1534297"/>
          </a:xfrm>
        </p:spPr>
        <p:txBody>
          <a:bodyPr anchor="b">
            <a:normAutofit/>
          </a:bodyPr>
          <a:lstStyle>
            <a:lvl1pPr algn="ctr">
              <a:defRPr>
                <a:solidFill>
                  <a:schemeClr val="tx2"/>
                </a:solidFill>
              </a:defRPr>
            </a:lvl1pPr>
          </a:lstStyle>
          <a:p>
            <a:pPr>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9" name="Picture Placeholder 18">
            <a:extLst>
              <a:ext uri="{FF2B5EF4-FFF2-40B4-BE49-F238E27FC236}">
                <a16:creationId xmlns:a16="http://schemas.microsoft.com/office/drawing/2014/main" id="{62DF7C0A-1B3B-401D-A625-E7F87B1DFE07}"/>
              </a:ext>
            </a:extLst>
          </p:cNvPr>
          <p:cNvSpPr>
            <a:spLocks noGrp="1"/>
          </p:cNvSpPr>
          <p:nvPr>
            <p:ph type="pic" sz="quarter" idx="13" hasCustomPrompt="1"/>
          </p:nvPr>
        </p:nvSpPr>
        <p:spPr>
          <a:xfrm>
            <a:off x="619840" y="3013206"/>
            <a:ext cx="11084189" cy="3854030"/>
          </a:xfrm>
          <a:custGeom>
            <a:avLst/>
            <a:gdLst>
              <a:gd name="connsiteX0" fmla="*/ 5542094 w 11084189"/>
              <a:gd name="connsiteY0" fmla="*/ 0 h 3854030"/>
              <a:gd name="connsiteX1" fmla="*/ 11061525 w 11084189"/>
              <a:gd name="connsiteY1" fmla="*/ 3748287 h 3854030"/>
              <a:gd name="connsiteX2" fmla="*/ 11084189 w 11084189"/>
              <a:gd name="connsiteY2" fmla="*/ 3854030 h 3854030"/>
              <a:gd name="connsiteX3" fmla="*/ 0 w 11084189"/>
              <a:gd name="connsiteY3" fmla="*/ 3854030 h 3854030"/>
              <a:gd name="connsiteX4" fmla="*/ 22663 w 11084189"/>
              <a:gd name="connsiteY4" fmla="*/ 3748287 h 3854030"/>
              <a:gd name="connsiteX5" fmla="*/ 5542094 w 11084189"/>
              <a:gd name="connsiteY5" fmla="*/ 0 h 385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84189" h="3854030">
                <a:moveTo>
                  <a:pt x="5542094" y="0"/>
                </a:moveTo>
                <a:cubicBezTo>
                  <a:pt x="8264668" y="0"/>
                  <a:pt x="10536186" y="1609144"/>
                  <a:pt x="11061525" y="3748287"/>
                </a:cubicBezTo>
                <a:lnTo>
                  <a:pt x="11084189" y="3854030"/>
                </a:lnTo>
                <a:lnTo>
                  <a:pt x="0" y="3854030"/>
                </a:lnTo>
                <a:lnTo>
                  <a:pt x="22663" y="3748287"/>
                </a:lnTo>
                <a:cubicBezTo>
                  <a:pt x="548002" y="1609144"/>
                  <a:pt x="2819520" y="0"/>
                  <a:pt x="5542094" y="0"/>
                </a:cubicBezTo>
                <a:close/>
              </a:path>
            </a:pathLst>
          </a:custGeom>
        </p:spPr>
        <p:txBody>
          <a:bodyPr wrap="square" anchor="ctr">
            <a:noAutofit/>
          </a:bodyPr>
          <a:lstStyle>
            <a:lvl1pPr marL="0" indent="0" algn="ctr">
              <a:buNone/>
              <a:defRPr>
                <a:solidFill>
                  <a:schemeClr val="tx2"/>
                </a:solidFill>
              </a:defRPr>
            </a:lvl1pPr>
          </a:lstStyle>
          <a:p>
            <a:r>
              <a:rPr lang="en-US" dirty="0"/>
              <a:t>Click to add photo</a:t>
            </a:r>
          </a:p>
        </p:txBody>
      </p:sp>
      <p:sp>
        <p:nvSpPr>
          <p:cNvPr id="11" name="Subtitle 2">
            <a:extLst>
              <a:ext uri="{FF2B5EF4-FFF2-40B4-BE49-F238E27FC236}">
                <a16:creationId xmlns:a16="http://schemas.microsoft.com/office/drawing/2014/main" id="{ADA6D2C5-E6A9-4A27-AE58-9CEDCFCB4C92}"/>
              </a:ext>
            </a:extLst>
          </p:cNvPr>
          <p:cNvSpPr>
            <a:spLocks noGrp="1"/>
          </p:cNvSpPr>
          <p:nvPr>
            <p:ph type="subTitle" idx="1"/>
          </p:nvPr>
        </p:nvSpPr>
        <p:spPr>
          <a:xfrm>
            <a:off x="1712976" y="1905001"/>
            <a:ext cx="8763001" cy="962442"/>
          </a:xfrm>
        </p:spPr>
        <p:txBody>
          <a:bodyPr anchor="t"/>
          <a:lstStyle>
            <a:lvl1pPr marL="0" indent="0" algn="ctr">
              <a:buNone/>
              <a:defRPr>
                <a:solidFill>
                  <a:schemeClr val="tx2"/>
                </a:solidFill>
              </a:defRPr>
            </a:lvl1pPr>
          </a:lstStyle>
          <a:p>
            <a:pPr>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pic>
        <p:nvPicPr>
          <p:cNvPr id="12" name="Picture 11">
            <a:extLst>
              <a:ext uri="{FF2B5EF4-FFF2-40B4-BE49-F238E27FC236}">
                <a16:creationId xmlns:a16="http://schemas.microsoft.com/office/drawing/2014/main" id="{7B147A7F-B058-475D-BA3A-E1807E37B5D5}"/>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820400" y="3144779"/>
            <a:ext cx="1371600" cy="2548349"/>
          </a:xfrm>
          <a:prstGeom prst="rect">
            <a:avLst/>
          </a:prstGeom>
        </p:spPr>
      </p:pic>
    </p:spTree>
    <p:extLst>
      <p:ext uri="{BB962C8B-B14F-4D97-AF65-F5344CB8AC3E}">
        <p14:creationId xmlns:p14="http://schemas.microsoft.com/office/powerpoint/2010/main" val="39243123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Agenda">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87E59D-6BE5-4CB5-B3B3-BAF69EFA10C4}"/>
              </a:ext>
            </a:extLst>
          </p:cNvPr>
          <p:cNvSpPr>
            <a:spLocks noGrp="1"/>
          </p:cNvSpPr>
          <p:nvPr>
            <p:ph type="title"/>
          </p:nvPr>
        </p:nvSpPr>
        <p:spPr>
          <a:xfrm>
            <a:off x="838200" y="586992"/>
            <a:ext cx="4953000" cy="2688598"/>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1D13BFBD-7478-4683-BA2C-E7BFC660BBB1}"/>
              </a:ext>
              <a:ext uri="{C183D7F6-B498-43B3-948B-1728B52AA6E4}">
                <adec:decorative xmlns:adec="http://schemas.microsoft.com/office/drawing/2017/decorative" val="1"/>
              </a:ext>
            </a:extLst>
          </p:cNvPr>
          <p:cNvSpPr/>
          <p:nvPr userDrawn="1"/>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8B3FF916-2B4D-4DC1-AD98-AF8F2EFD4A8C}"/>
              </a:ext>
              <a:ext uri="{C183D7F6-B498-43B3-948B-1728B52AA6E4}">
                <adec:decorative xmlns:adec="http://schemas.microsoft.com/office/drawing/2017/decorative" val="1"/>
              </a:ext>
            </a:extLst>
          </p:cNvPr>
          <p:cNvSpPr/>
          <p:nvPr userDrawn="1"/>
        </p:nvSpPr>
        <p:spPr>
          <a:xfrm>
            <a:off x="6190666" y="0"/>
            <a:ext cx="6001333"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480B3D3-8262-4D62-8B77-51C5FF582408}"/>
              </a:ext>
              <a:ext uri="{C183D7F6-B498-43B3-948B-1728B52AA6E4}">
                <adec:decorative xmlns:adec="http://schemas.microsoft.com/office/drawing/2017/decorative" val="1"/>
              </a:ext>
            </a:extLst>
          </p:cNvPr>
          <p:cNvSpPr/>
          <p:nvPr userDrawn="1"/>
        </p:nvSpPr>
        <p:spPr>
          <a:xfrm rot="10800000">
            <a:off x="6196875" y="0"/>
            <a:ext cx="5992075"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9" name="Text Placeholder 27">
            <a:extLst>
              <a:ext uri="{FF2B5EF4-FFF2-40B4-BE49-F238E27FC236}">
                <a16:creationId xmlns:a16="http://schemas.microsoft.com/office/drawing/2014/main" id="{D44A1B8E-1071-45A0-8A94-0AA7F201EB43}"/>
              </a:ext>
            </a:extLst>
          </p:cNvPr>
          <p:cNvSpPr>
            <a:spLocks noGrp="1"/>
          </p:cNvSpPr>
          <p:nvPr>
            <p:ph type="body" sz="quarter" idx="16" hasCustomPrompt="1"/>
          </p:nvPr>
        </p:nvSpPr>
        <p:spPr>
          <a:xfrm>
            <a:off x="835149" y="3412114"/>
            <a:ext cx="4952681" cy="2750307"/>
          </a:xfrm>
        </p:spPr>
        <p:txBody>
          <a:bodyPr>
            <a:normAutofit/>
          </a:bodyPr>
          <a:lstStyle>
            <a:lvl1pPr marL="342900" indent="-342900">
              <a:buFont typeface="Arial" panose="020B0604020202020204" pitchFamily="34" charset="0"/>
              <a:buChar char="•"/>
              <a:defRPr sz="2000">
                <a:solidFill>
                  <a:schemeClr val="tx2"/>
                </a:solidFill>
              </a:defRPr>
            </a:lvl1pPr>
            <a:lvl2pPr marL="457200" indent="0">
              <a:buNone/>
              <a:defRPr sz="2400">
                <a:solidFill>
                  <a:schemeClr val="tx2"/>
                </a:solidFill>
              </a:defRPr>
            </a:lvl2pPr>
            <a:lvl3pPr marL="914400" indent="0">
              <a:buNone/>
              <a:defRPr sz="2400">
                <a:solidFill>
                  <a:schemeClr val="tx2"/>
                </a:solidFill>
              </a:defRPr>
            </a:lvl3pPr>
            <a:lvl4pPr marL="1371600" indent="0">
              <a:buNone/>
              <a:defRPr sz="2400">
                <a:solidFill>
                  <a:schemeClr val="tx2"/>
                </a:solidFill>
              </a:defRPr>
            </a:lvl4pPr>
            <a:lvl5pPr marL="1828800" indent="0">
              <a:buNone/>
              <a:defRPr sz="2400">
                <a:solidFill>
                  <a:schemeClr val="tx2"/>
                </a:solidFill>
              </a:defRPr>
            </a:lvl5pPr>
          </a:lstStyle>
          <a:p>
            <a:pPr lvl="0"/>
            <a:r>
              <a:rPr lang="en-US" dirty="0"/>
              <a:t>Click to add text</a:t>
            </a:r>
          </a:p>
        </p:txBody>
      </p:sp>
      <p:sp>
        <p:nvSpPr>
          <p:cNvPr id="17" name="Date Placeholder 5">
            <a:extLst>
              <a:ext uri="{FF2B5EF4-FFF2-40B4-BE49-F238E27FC236}">
                <a16:creationId xmlns:a16="http://schemas.microsoft.com/office/drawing/2014/main" id="{DF6FCAD9-068D-41D9-A5F4-E22F2D28717A}"/>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24" name="Picture Placeholder 20">
            <a:extLst>
              <a:ext uri="{FF2B5EF4-FFF2-40B4-BE49-F238E27FC236}">
                <a16:creationId xmlns:a16="http://schemas.microsoft.com/office/drawing/2014/main" id="{0402EFB4-17A2-4345-82DA-89EF34B5E919}"/>
              </a:ext>
            </a:extLst>
          </p:cNvPr>
          <p:cNvSpPr>
            <a:spLocks noGrp="1"/>
          </p:cNvSpPr>
          <p:nvPr>
            <p:ph type="pic" sz="quarter" idx="13" hasCustomPrompt="1"/>
          </p:nvPr>
        </p:nvSpPr>
        <p:spPr>
          <a:xfrm>
            <a:off x="6781801" y="380991"/>
            <a:ext cx="4856144" cy="1925415"/>
          </a:xfrm>
        </p:spPr>
        <p:txBody>
          <a:bodyPr/>
          <a:lstStyle>
            <a:lvl1pPr marL="0" indent="0" algn="ctr">
              <a:buNone/>
              <a:defRPr/>
            </a:lvl1pPr>
          </a:lstStyle>
          <a:p>
            <a:r>
              <a:rPr lang="en-US" dirty="0"/>
              <a:t>Click to add photo</a:t>
            </a:r>
          </a:p>
        </p:txBody>
      </p:sp>
      <p:sp>
        <p:nvSpPr>
          <p:cNvPr id="25" name="Picture Placeholder 20">
            <a:extLst>
              <a:ext uri="{FF2B5EF4-FFF2-40B4-BE49-F238E27FC236}">
                <a16:creationId xmlns:a16="http://schemas.microsoft.com/office/drawing/2014/main" id="{EC3DFC6E-6D3D-48C3-BD9E-33878CD86D58}"/>
              </a:ext>
            </a:extLst>
          </p:cNvPr>
          <p:cNvSpPr>
            <a:spLocks noGrp="1"/>
          </p:cNvSpPr>
          <p:nvPr>
            <p:ph type="pic" sz="quarter" idx="14" hasCustomPrompt="1"/>
          </p:nvPr>
        </p:nvSpPr>
        <p:spPr>
          <a:xfrm>
            <a:off x="6781800" y="2376797"/>
            <a:ext cx="4856144" cy="1925415"/>
          </a:xfrm>
        </p:spPr>
        <p:txBody>
          <a:bodyPr/>
          <a:lstStyle>
            <a:lvl1pPr marL="0" indent="0" algn="ctr">
              <a:buNone/>
              <a:defRPr/>
            </a:lvl1pPr>
          </a:lstStyle>
          <a:p>
            <a:r>
              <a:rPr lang="en-US" dirty="0"/>
              <a:t>Click to add photo</a:t>
            </a:r>
          </a:p>
        </p:txBody>
      </p:sp>
      <p:sp>
        <p:nvSpPr>
          <p:cNvPr id="26" name="Picture Placeholder 20">
            <a:extLst>
              <a:ext uri="{FF2B5EF4-FFF2-40B4-BE49-F238E27FC236}">
                <a16:creationId xmlns:a16="http://schemas.microsoft.com/office/drawing/2014/main" id="{7EC41F32-B997-4949-A553-260965B03F32}"/>
              </a:ext>
            </a:extLst>
          </p:cNvPr>
          <p:cNvSpPr>
            <a:spLocks noGrp="1"/>
          </p:cNvSpPr>
          <p:nvPr>
            <p:ph type="pic" sz="quarter" idx="15" hasCustomPrompt="1"/>
          </p:nvPr>
        </p:nvSpPr>
        <p:spPr>
          <a:xfrm>
            <a:off x="6781800" y="4379170"/>
            <a:ext cx="4856144" cy="1925415"/>
          </a:xfrm>
        </p:spPr>
        <p:txBody>
          <a:bodyPr/>
          <a:lstStyle>
            <a:lvl1pPr marL="0" indent="0" algn="ctr">
              <a:buNone/>
              <a:defRPr/>
            </a:lvl1pPr>
          </a:lstStyle>
          <a:p>
            <a:r>
              <a:rPr lang="en-US" dirty="0"/>
              <a:t>Click to add photo</a:t>
            </a:r>
          </a:p>
        </p:txBody>
      </p:sp>
      <p:sp>
        <p:nvSpPr>
          <p:cNvPr id="18" name="Footer Placeholder 6">
            <a:extLst>
              <a:ext uri="{FF2B5EF4-FFF2-40B4-BE49-F238E27FC236}">
                <a16:creationId xmlns:a16="http://schemas.microsoft.com/office/drawing/2014/main" id="{3E86EC02-7D1A-4CB3-B376-1044BEF4C616}"/>
              </a:ext>
            </a:extLst>
          </p:cNvPr>
          <p:cNvSpPr>
            <a:spLocks noGrp="1"/>
          </p:cNvSpPr>
          <p:nvPr>
            <p:ph type="ftr" sz="quarter" idx="11"/>
          </p:nvPr>
        </p:nvSpPr>
        <p:spPr>
          <a:xfrm>
            <a:off x="6858000" y="6327648"/>
            <a:ext cx="3810000" cy="365125"/>
          </a:xfrm>
        </p:spPr>
        <p:txBody>
          <a:bodyPr/>
          <a:lstStyle>
            <a:lvl1pPr algn="l">
              <a:defRPr baseline="0"/>
            </a:lvl1pPr>
          </a:lstStyle>
          <a:p>
            <a:r>
              <a:rPr lang="en-US" dirty="0">
                <a:solidFill>
                  <a:prstClr val="white">
                    <a:alpha val="60000"/>
                  </a:prstClr>
                </a:solidFill>
              </a:rPr>
              <a:t>Presentation title</a:t>
            </a:r>
          </a:p>
        </p:txBody>
      </p:sp>
      <p:sp>
        <p:nvSpPr>
          <p:cNvPr id="19" name="Slide Number Placeholder 7">
            <a:extLst>
              <a:ext uri="{FF2B5EF4-FFF2-40B4-BE49-F238E27FC236}">
                <a16:creationId xmlns:a16="http://schemas.microsoft.com/office/drawing/2014/main" id="{F1ABD226-6012-4821-BD32-E8E6EB95537B}"/>
              </a:ext>
            </a:extLst>
          </p:cNvPr>
          <p:cNvSpPr>
            <a:spLocks noGrp="1"/>
          </p:cNvSpPr>
          <p:nvPr>
            <p:ph type="sldNum" sz="quarter" idx="12"/>
          </p:nvPr>
        </p:nvSpPr>
        <p:spPr>
          <a:xfrm>
            <a:off x="10820400" y="6327648"/>
            <a:ext cx="533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19544839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Introduction">
    <p:bg>
      <p:bgPr>
        <a:solidFill>
          <a:schemeClr val="bg2">
            <a:alpha val="7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C836EA2-D914-4028-95BF-1B97B17FE9E8}"/>
              </a:ext>
              <a:ext uri="{C183D7F6-B498-43B3-948B-1728B52AA6E4}">
                <adec:decorative xmlns:adec="http://schemas.microsoft.com/office/drawing/2017/decorative" val="1"/>
              </a:ext>
            </a:extLst>
          </p:cNvPr>
          <p:cNvSpPr/>
          <p:nvPr userDrawn="1"/>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1" name="Rectangle 10">
            <a:extLst>
              <a:ext uri="{FF2B5EF4-FFF2-40B4-BE49-F238E27FC236}">
                <a16:creationId xmlns:a16="http://schemas.microsoft.com/office/drawing/2014/main" id="{B5BDFAD1-E970-4A5F-98F7-D42CA9DFB788}"/>
              </a:ext>
              <a:ext uri="{C183D7F6-B498-43B3-948B-1728B52AA6E4}">
                <adec:decorative xmlns:adec="http://schemas.microsoft.com/office/drawing/2017/decorative" val="1"/>
              </a:ext>
            </a:extLst>
          </p:cNvPr>
          <p:cNvSpPr/>
          <p:nvPr userDrawn="1"/>
        </p:nvSpPr>
        <p:spPr>
          <a:xfrm rot="10800000">
            <a:off x="-3055" y="4596020"/>
            <a:ext cx="12191999" cy="2274195"/>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2" name="Title 1">
            <a:extLst>
              <a:ext uri="{FF2B5EF4-FFF2-40B4-BE49-F238E27FC236}">
                <a16:creationId xmlns:a16="http://schemas.microsoft.com/office/drawing/2014/main" id="{C53E32FB-4A5F-4D36-A227-CF26EBF0B713}"/>
              </a:ext>
            </a:extLst>
          </p:cNvPr>
          <p:cNvSpPr>
            <a:spLocks noGrp="1"/>
          </p:cNvSpPr>
          <p:nvPr>
            <p:ph type="title"/>
          </p:nvPr>
        </p:nvSpPr>
        <p:spPr>
          <a:xfrm>
            <a:off x="838200" y="4876800"/>
            <a:ext cx="10003218" cy="1219200"/>
          </a:xfrm>
        </p:spPr>
        <p:txBody>
          <a:bodyPr/>
          <a:lstStyle/>
          <a:p>
            <a:pPr>
              <a:lnSpc>
                <a:spcPct val="100000"/>
              </a:lnSpc>
            </a:pPr>
            <a:r>
              <a:rPr lang="en-US">
                <a:solidFill>
                  <a:schemeClr val="bg1"/>
                </a:solidFill>
                <a:cs typeface="Posterama" panose="020B0504020200020000" pitchFamily="34" charset="0"/>
              </a:rPr>
              <a:t>Click to edit Master title style</a:t>
            </a:r>
            <a:endParaRPr lang="en-US" dirty="0">
              <a:solidFill>
                <a:schemeClr val="bg1"/>
              </a:solidFill>
              <a:cs typeface="Posterama" panose="020B0504020200020000" pitchFamily="34" charset="0"/>
            </a:endParaRPr>
          </a:p>
        </p:txBody>
      </p:sp>
      <p:sp>
        <p:nvSpPr>
          <p:cNvPr id="19" name="Picture Placeholder 17">
            <a:extLst>
              <a:ext uri="{FF2B5EF4-FFF2-40B4-BE49-F238E27FC236}">
                <a16:creationId xmlns:a16="http://schemas.microsoft.com/office/drawing/2014/main" id="{9DA8CA5C-5748-45EE-B537-5A44A3BFC63E}"/>
              </a:ext>
            </a:extLst>
          </p:cNvPr>
          <p:cNvSpPr>
            <a:spLocks noGrp="1"/>
          </p:cNvSpPr>
          <p:nvPr>
            <p:ph type="pic" sz="quarter" idx="13" hasCustomPrompt="1"/>
          </p:nvPr>
        </p:nvSpPr>
        <p:spPr>
          <a:xfrm>
            <a:off x="-3175" y="0"/>
            <a:ext cx="6196013" cy="4602877"/>
          </a:xfrm>
        </p:spPr>
        <p:txBody>
          <a:bodyPr/>
          <a:lstStyle>
            <a:lvl1pPr marL="0" indent="0" algn="ctr">
              <a:buNone/>
              <a:defRPr>
                <a:solidFill>
                  <a:schemeClr val="tx2"/>
                </a:solidFill>
              </a:defRPr>
            </a:lvl1pPr>
          </a:lstStyle>
          <a:p>
            <a:r>
              <a:rPr lang="en-US" dirty="0"/>
              <a:t>Click to add photo</a:t>
            </a:r>
          </a:p>
        </p:txBody>
      </p:sp>
      <p:sp>
        <p:nvSpPr>
          <p:cNvPr id="23" name="Text Placeholder 21">
            <a:extLst>
              <a:ext uri="{FF2B5EF4-FFF2-40B4-BE49-F238E27FC236}">
                <a16:creationId xmlns:a16="http://schemas.microsoft.com/office/drawing/2014/main" id="{5015D873-DDCC-44AF-AE80-703ED88AEC7F}"/>
              </a:ext>
            </a:extLst>
          </p:cNvPr>
          <p:cNvSpPr>
            <a:spLocks noGrp="1"/>
          </p:cNvSpPr>
          <p:nvPr>
            <p:ph type="body" sz="quarter" idx="14" hasCustomPrompt="1"/>
          </p:nvPr>
        </p:nvSpPr>
        <p:spPr>
          <a:xfrm>
            <a:off x="6650718" y="327025"/>
            <a:ext cx="5073194" cy="3949987"/>
          </a:xfrm>
        </p:spPr>
        <p:txBody>
          <a:bodyPr anchor="ctr">
            <a:normAutofit/>
          </a:bodyPr>
          <a:lstStyle>
            <a:lvl1pPr marL="0" indent="0">
              <a:buNone/>
              <a:defRPr sz="1800">
                <a:solidFill>
                  <a:schemeClr val="tx2"/>
                </a:solidFill>
              </a:defRPr>
            </a:lvl1pPr>
          </a:lstStyle>
          <a:p>
            <a:pPr lvl="0"/>
            <a:r>
              <a:rPr lang="en-US" dirty="0"/>
              <a:t>Click to add text</a:t>
            </a:r>
          </a:p>
        </p:txBody>
      </p:sp>
      <p:sp>
        <p:nvSpPr>
          <p:cNvPr id="14" name="Date Placeholder 6">
            <a:extLst>
              <a:ext uri="{FF2B5EF4-FFF2-40B4-BE49-F238E27FC236}">
                <a16:creationId xmlns:a16="http://schemas.microsoft.com/office/drawing/2014/main" id="{16E99B66-5BC0-4B16-807E-B513E3272CB4}"/>
              </a:ext>
            </a:extLst>
          </p:cNvPr>
          <p:cNvSpPr>
            <a:spLocks noGrp="1"/>
          </p:cNvSpPr>
          <p:nvPr>
            <p:ph type="dt" sz="half" idx="10"/>
          </p:nvPr>
        </p:nvSpPr>
        <p:spPr>
          <a:xfrm>
            <a:off x="838200" y="6327648"/>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20XX</a:t>
            </a:r>
          </a:p>
        </p:txBody>
      </p:sp>
      <p:sp>
        <p:nvSpPr>
          <p:cNvPr id="15" name="Footer Placeholder 7">
            <a:extLst>
              <a:ext uri="{FF2B5EF4-FFF2-40B4-BE49-F238E27FC236}">
                <a16:creationId xmlns:a16="http://schemas.microsoft.com/office/drawing/2014/main" id="{086E91BF-4612-41A6-9A9F-AA6236BF5AB6}"/>
              </a:ext>
            </a:extLst>
          </p:cNvPr>
          <p:cNvSpPr>
            <a:spLocks noGrp="1"/>
          </p:cNvSpPr>
          <p:nvPr>
            <p:ph type="ftr" sz="quarter" idx="11"/>
          </p:nvPr>
        </p:nvSpPr>
        <p:spPr>
          <a:xfrm>
            <a:off x="4109310" y="6327648"/>
            <a:ext cx="3976429" cy="365125"/>
          </a:xfrm>
        </p:spPr>
        <p:txBody>
          <a:bodyPr/>
          <a:lstStyle>
            <a:lvl1pPr>
              <a:defRPr/>
            </a:lvl1pPr>
          </a:lstStyle>
          <a:p>
            <a:r>
              <a:rPr lang="en-US" dirty="0">
                <a:solidFill>
                  <a:prstClr val="white">
                    <a:alpha val="60000"/>
                  </a:prstClr>
                </a:solidFill>
                <a:effectLst>
                  <a:outerShdw blurRad="38100" dist="38100" dir="2700000" algn="tl">
                    <a:srgbClr val="000000">
                      <a:alpha val="43137"/>
                    </a:srgbClr>
                  </a:outerShdw>
                </a:effectLst>
              </a:rPr>
              <a:t>Presentation title</a:t>
            </a:r>
          </a:p>
        </p:txBody>
      </p:sp>
      <p:sp>
        <p:nvSpPr>
          <p:cNvPr id="16" name="Slide Number Placeholder 8">
            <a:extLst>
              <a:ext uri="{FF2B5EF4-FFF2-40B4-BE49-F238E27FC236}">
                <a16:creationId xmlns:a16="http://schemas.microsoft.com/office/drawing/2014/main" id="{F65A627F-E36A-460F-AD3C-7B63B500442D}"/>
              </a:ext>
            </a:extLst>
          </p:cNvPr>
          <p:cNvSpPr>
            <a:spLocks noGrp="1"/>
          </p:cNvSpPr>
          <p:nvPr>
            <p:ph type="sldNum" sz="quarter" idx="12"/>
          </p:nvPr>
        </p:nvSpPr>
        <p:spPr>
          <a:xfrm>
            <a:off x="10186908" y="6327648"/>
            <a:ext cx="116689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endParaRPr>
          </a:p>
        </p:txBody>
      </p:sp>
    </p:spTree>
    <p:extLst>
      <p:ext uri="{BB962C8B-B14F-4D97-AF65-F5344CB8AC3E}">
        <p14:creationId xmlns:p14="http://schemas.microsoft.com/office/powerpoint/2010/main" val="13565651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Section Break">
    <p:bg>
      <p:bgPr>
        <a:solidFill>
          <a:schemeClr val="bg2">
            <a:alpha val="70000"/>
          </a:schemeClr>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0B4F7D-E398-40AA-9F3C-F3D59A3F4E2B}"/>
              </a:ext>
            </a:extLst>
          </p:cNvPr>
          <p:cNvSpPr>
            <a:spLocks noGrp="1"/>
          </p:cNvSpPr>
          <p:nvPr>
            <p:ph type="title"/>
          </p:nvPr>
        </p:nvSpPr>
        <p:spPr>
          <a:xfrm>
            <a:off x="838200" y="559813"/>
            <a:ext cx="4633785" cy="2397324"/>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2" name="Rectangle 11">
            <a:extLst>
              <a:ext uri="{FF2B5EF4-FFF2-40B4-BE49-F238E27FC236}">
                <a16:creationId xmlns:a16="http://schemas.microsoft.com/office/drawing/2014/main" id="{A0388EFA-705D-45DA-BB3E-901ED20AF023}"/>
              </a:ext>
              <a:ext uri="{C183D7F6-B498-43B3-948B-1728B52AA6E4}">
                <adec:decorative xmlns:adec="http://schemas.microsoft.com/office/drawing/2017/decorative" val="1"/>
              </a:ext>
            </a:extLst>
          </p:cNvPr>
          <p:cNvSpPr/>
          <p:nvPr userDrawn="1"/>
        </p:nvSpPr>
        <p:spPr>
          <a:xfrm>
            <a:off x="6019800" y="0"/>
            <a:ext cx="617219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B0C378B-9DA9-4513-BF84-7422A1AE6A24}"/>
              </a:ext>
              <a:ext uri="{C183D7F6-B498-43B3-948B-1728B52AA6E4}">
                <adec:decorative xmlns:adec="http://schemas.microsoft.com/office/drawing/2017/decorative" val="1"/>
              </a:ext>
            </a:extLst>
          </p:cNvPr>
          <p:cNvSpPr/>
          <p:nvPr userDrawn="1"/>
        </p:nvSpPr>
        <p:spPr>
          <a:xfrm rot="10800000">
            <a:off x="6019800" y="0"/>
            <a:ext cx="6172198"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ext Placeholder 18">
            <a:extLst>
              <a:ext uri="{FF2B5EF4-FFF2-40B4-BE49-F238E27FC236}">
                <a16:creationId xmlns:a16="http://schemas.microsoft.com/office/drawing/2014/main" id="{B924BE58-42FE-46C1-9582-9E08FAFE0FE9}"/>
              </a:ext>
            </a:extLst>
          </p:cNvPr>
          <p:cNvSpPr>
            <a:spLocks noGrp="1"/>
          </p:cNvSpPr>
          <p:nvPr>
            <p:ph type="body" sz="quarter" idx="10" hasCustomPrompt="1"/>
          </p:nvPr>
        </p:nvSpPr>
        <p:spPr>
          <a:xfrm>
            <a:off x="838200" y="3200400"/>
            <a:ext cx="4633913" cy="2913063"/>
          </a:xfrm>
        </p:spPr>
        <p:txBody>
          <a:bodyPr>
            <a:normAutofit/>
          </a:bodyPr>
          <a:lstStyle>
            <a:lvl1pPr marL="0" indent="0">
              <a:buNone/>
              <a:defRPr sz="2400">
                <a:solidFill>
                  <a:schemeClr val="tx2"/>
                </a:solidFill>
              </a:defRPr>
            </a:lvl1pPr>
          </a:lstStyle>
          <a:p>
            <a:pPr lvl="0"/>
            <a:r>
              <a:rPr lang="en-US" dirty="0"/>
              <a:t>Click to add text</a:t>
            </a:r>
          </a:p>
        </p:txBody>
      </p:sp>
      <p:sp>
        <p:nvSpPr>
          <p:cNvPr id="23" name="Picture Placeholder 22">
            <a:extLst>
              <a:ext uri="{FF2B5EF4-FFF2-40B4-BE49-F238E27FC236}">
                <a16:creationId xmlns:a16="http://schemas.microsoft.com/office/drawing/2014/main" id="{2A2724A1-1A21-49B5-9057-269BD5D6249D}"/>
              </a:ext>
            </a:extLst>
          </p:cNvPr>
          <p:cNvSpPr>
            <a:spLocks noGrp="1"/>
          </p:cNvSpPr>
          <p:nvPr>
            <p:ph type="pic" sz="quarter" idx="11" hasCustomPrompt="1"/>
          </p:nvPr>
        </p:nvSpPr>
        <p:spPr>
          <a:xfrm>
            <a:off x="6508749" y="862806"/>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txBody>
          <a:bodyPr wrap="square" anchor="ctr">
            <a:noAutofit/>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14787240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Chart and Table">
    <p:bg>
      <p:bgPr>
        <a:solidFill>
          <a:schemeClr val="bg2">
            <a:alpha val="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4C7413-1C75-42B7-9BFD-E0E14118F406}"/>
              </a:ext>
              <a:ext uri="{C183D7F6-B498-43B3-948B-1728B52AA6E4}">
                <adec:decorative xmlns:adec="http://schemas.microsoft.com/office/drawing/2017/decorative" val="1"/>
              </a:ext>
            </a:extLst>
          </p:cNvPr>
          <p:cNvSpPr/>
          <p:nvPr userDrawn="1"/>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3" name="Rectangle 12">
            <a:extLst>
              <a:ext uri="{FF2B5EF4-FFF2-40B4-BE49-F238E27FC236}">
                <a16:creationId xmlns:a16="http://schemas.microsoft.com/office/drawing/2014/main" id="{1301FDE2-61AF-4DEB-BF43-3694E0083A83}"/>
              </a:ext>
              <a:ext uri="{C183D7F6-B498-43B3-948B-1728B52AA6E4}">
                <adec:decorative xmlns:adec="http://schemas.microsoft.com/office/drawing/2017/decorative" val="1"/>
              </a:ext>
            </a:extLst>
          </p:cNvPr>
          <p:cNvSpPr/>
          <p:nvPr userDrawn="1"/>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4" name="Title 1">
            <a:extLst>
              <a:ext uri="{FF2B5EF4-FFF2-40B4-BE49-F238E27FC236}">
                <a16:creationId xmlns:a16="http://schemas.microsoft.com/office/drawing/2014/main" id="{88D0D73E-DE18-4A23-B6FB-5182A7846053}"/>
              </a:ext>
            </a:extLst>
          </p:cNvPr>
          <p:cNvSpPr>
            <a:spLocks noGrp="1"/>
          </p:cNvSpPr>
          <p:nvPr>
            <p:ph type="title"/>
          </p:nvPr>
        </p:nvSpPr>
        <p:spPr>
          <a:xfrm>
            <a:off x="1198182" y="381000"/>
            <a:ext cx="10003218" cy="1600124"/>
          </a:xfrm>
        </p:spPr>
        <p:txBody>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15" name="Date Placeholder 6">
            <a:extLst>
              <a:ext uri="{FF2B5EF4-FFF2-40B4-BE49-F238E27FC236}">
                <a16:creationId xmlns:a16="http://schemas.microsoft.com/office/drawing/2014/main" id="{BDED38F6-34C9-4DB4-9BBF-DEBC41240459}"/>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16" name="Footer Placeholder 7">
            <a:extLst>
              <a:ext uri="{FF2B5EF4-FFF2-40B4-BE49-F238E27FC236}">
                <a16:creationId xmlns:a16="http://schemas.microsoft.com/office/drawing/2014/main" id="{FBD13A29-DF90-4047-B6E5-DFA75D6A5BB9}"/>
              </a:ext>
            </a:extLst>
          </p:cNvPr>
          <p:cNvSpPr>
            <a:spLocks noGrp="1"/>
          </p:cNvSpPr>
          <p:nvPr>
            <p:ph type="ftr" sz="quarter" idx="11"/>
          </p:nvPr>
        </p:nvSpPr>
        <p:spPr>
          <a:xfrm>
            <a:off x="4109310" y="6327648"/>
            <a:ext cx="3976429" cy="365125"/>
          </a:xfrm>
        </p:spPr>
        <p:txBody>
          <a:bodyPr/>
          <a:lstStyle>
            <a:lvl1pPr>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DD0AF7D0-41AD-41E1-84B0-436A90E26D65}"/>
              </a:ext>
            </a:extLst>
          </p:cNvPr>
          <p:cNvSpPr>
            <a:spLocks noGrp="1"/>
          </p:cNvSpPr>
          <p:nvPr>
            <p:ph type="sldNum" sz="quarter" idx="12"/>
          </p:nvPr>
        </p:nvSpPr>
        <p:spPr>
          <a:xfrm>
            <a:off x="10186908" y="6327648"/>
            <a:ext cx="1166892"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41951213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25" name="Picture Placeholder 23">
            <a:extLst>
              <a:ext uri="{FF2B5EF4-FFF2-40B4-BE49-F238E27FC236}">
                <a16:creationId xmlns:a16="http://schemas.microsoft.com/office/drawing/2014/main" id="{2580089F-49C9-440C-8318-24576EE00A42}"/>
              </a:ext>
            </a:extLst>
          </p:cNvPr>
          <p:cNvSpPr>
            <a:spLocks noGrp="1"/>
          </p:cNvSpPr>
          <p:nvPr>
            <p:ph type="pic" sz="quarter" idx="10" hasCustomPrompt="1"/>
          </p:nvPr>
        </p:nvSpPr>
        <p:spPr>
          <a:xfrm>
            <a:off x="0" y="0"/>
            <a:ext cx="12188825" cy="6858000"/>
          </a:xfrm>
        </p:spPr>
        <p:txBody>
          <a:bodyPr/>
          <a:lstStyle>
            <a:lvl1pPr marL="0" indent="0" algn="ctr">
              <a:buNone/>
              <a:defRPr/>
            </a:lvl1pPr>
          </a:lstStyle>
          <a:p>
            <a:r>
              <a:rPr lang="en-US" dirty="0"/>
              <a:t>Click to add photo</a:t>
            </a:r>
          </a:p>
        </p:txBody>
      </p:sp>
      <p:sp>
        <p:nvSpPr>
          <p:cNvPr id="17" name="Rectangle 16">
            <a:extLst>
              <a:ext uri="{FF2B5EF4-FFF2-40B4-BE49-F238E27FC236}">
                <a16:creationId xmlns:a16="http://schemas.microsoft.com/office/drawing/2014/main" id="{D0DEEF06-129C-4E9F-BB08-1F653A08D2A5}"/>
              </a:ext>
              <a:ext uri="{C183D7F6-B498-43B3-948B-1728B52AA6E4}">
                <adec:decorative xmlns:adec="http://schemas.microsoft.com/office/drawing/2017/decorative" val="1"/>
              </a:ext>
            </a:extLst>
          </p:cNvPr>
          <p:cNvSpPr/>
          <p:nvPr userDrawn="1"/>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4AEFBDB-1B30-4054-9EAE-3085105D69E4}"/>
              </a:ext>
            </a:extLst>
          </p:cNvPr>
          <p:cNvSpPr>
            <a:spLocks noGrp="1"/>
          </p:cNvSpPr>
          <p:nvPr>
            <p:ph type="title" hasCustomPrompt="1"/>
          </p:nvPr>
        </p:nvSpPr>
        <p:spPr>
          <a:xfrm>
            <a:off x="996275" y="865762"/>
            <a:ext cx="10198776" cy="4056968"/>
          </a:xfrm>
        </p:spPr>
        <p:txBody>
          <a:bodyPr anchor="b"/>
          <a:lstStyle>
            <a:lvl1pPr algn="ctr">
              <a:lnSpc>
                <a:spcPct val="110000"/>
              </a:lnSpc>
              <a:spcBef>
                <a:spcPts val="1000"/>
              </a:spcBef>
              <a:defRPr>
                <a:effectLst>
                  <a:outerShdw blurRad="38100" dist="38100" dir="2700000" algn="tl">
                    <a:srgbClr val="000000">
                      <a:alpha val="43137"/>
                    </a:srgbClr>
                  </a:outerShdw>
                </a:effectLst>
              </a:defRPr>
            </a:lvl1pPr>
          </a:lstStyle>
          <a:p>
            <a:r>
              <a:rPr lang="en-US" dirty="0"/>
              <a:t>Click to add title</a:t>
            </a:r>
          </a:p>
        </p:txBody>
      </p:sp>
      <p:sp>
        <p:nvSpPr>
          <p:cNvPr id="19" name="Subtitle 2">
            <a:extLst>
              <a:ext uri="{FF2B5EF4-FFF2-40B4-BE49-F238E27FC236}">
                <a16:creationId xmlns:a16="http://schemas.microsoft.com/office/drawing/2014/main" id="{0F34EB02-AC27-416D-A53F-77F9841BFD7D}"/>
              </a:ext>
            </a:extLst>
          </p:cNvPr>
          <p:cNvSpPr>
            <a:spLocks noGrp="1"/>
          </p:cNvSpPr>
          <p:nvPr>
            <p:ph type="subTitle" idx="1"/>
          </p:nvPr>
        </p:nvSpPr>
        <p:spPr>
          <a:xfrm>
            <a:off x="1218708" y="5101548"/>
            <a:ext cx="9781327" cy="502958"/>
          </a:xfrm>
        </p:spPr>
        <p:txBody>
          <a:bodyPr anchor="t">
            <a:normAutofit/>
          </a:bodyPr>
          <a:lstStyle>
            <a:lvl1pPr marL="0" indent="0" algn="ctr">
              <a:buNone/>
              <a:defRPr sz="2800"/>
            </a:lvl1pPr>
          </a:lstStyle>
          <a:p>
            <a:pPr>
              <a:lnSpc>
                <a:spcPct val="110000"/>
              </a:lnSpc>
            </a:pPr>
            <a:r>
              <a:rPr lang="en-US" sz="2200">
                <a:solidFill>
                  <a:srgbClr val="FFFFFF"/>
                </a:solidFill>
                <a:effectLst>
                  <a:outerShdw blurRad="38100" dist="38100" dir="2700000" algn="tl">
                    <a:srgbClr val="000000">
                      <a:alpha val="43137"/>
                    </a:srgbClr>
                  </a:outerShdw>
                </a:effectLst>
                <a:cs typeface="Segoe UI Semilight" panose="020B0402040204020203" pitchFamily="34" charset="0"/>
              </a:rPr>
              <a:t>Click to edit Master subtitle style</a:t>
            </a:r>
            <a:endParaRPr lang="en-US" sz="2200" dirty="0">
              <a:solidFill>
                <a:srgbClr val="FFFFFF"/>
              </a:solidFill>
              <a:effectLst>
                <a:outerShdw blurRad="38100" dist="38100" dir="2700000" algn="tl">
                  <a:srgbClr val="000000">
                    <a:alpha val="43137"/>
                  </a:srgbClr>
                </a:outerShdw>
              </a:effectLst>
              <a:cs typeface="Segoe UI Semilight" panose="020B0402040204020203" pitchFamily="34" charset="0"/>
            </a:endParaRPr>
          </a:p>
        </p:txBody>
      </p:sp>
    </p:spTree>
    <p:extLst>
      <p:ext uri="{BB962C8B-B14F-4D97-AF65-F5344CB8AC3E}">
        <p14:creationId xmlns:p14="http://schemas.microsoft.com/office/powerpoint/2010/main" val="3066930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Content 2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DE745-8E05-475F-BC08-E9B8B01E6267}"/>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D4AB668B-5364-48F5-8E6A-67B8A330D922}"/>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BDCD62CE-FD0C-47C1-94CE-C2F8B5AA8272}"/>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6" name="Text Placeholder 15">
            <a:extLst>
              <a:ext uri="{FF2B5EF4-FFF2-40B4-BE49-F238E27FC236}">
                <a16:creationId xmlns:a16="http://schemas.microsoft.com/office/drawing/2014/main" id="{400F5829-71BC-4CC0-A88E-2D9B5D18E8D6}"/>
              </a:ext>
            </a:extLst>
          </p:cNvPr>
          <p:cNvSpPr>
            <a:spLocks noGrp="1"/>
          </p:cNvSpPr>
          <p:nvPr>
            <p:ph type="body" sz="quarter" idx="13" hasCustomPrompt="1"/>
          </p:nvPr>
        </p:nvSpPr>
        <p:spPr>
          <a:xfrm>
            <a:off x="1612288"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9" name="Text Placeholder 18">
            <a:extLst>
              <a:ext uri="{FF2B5EF4-FFF2-40B4-BE49-F238E27FC236}">
                <a16:creationId xmlns:a16="http://schemas.microsoft.com/office/drawing/2014/main" id="{FD2F63FE-D5D7-44B0-B72C-D45AA6EE129B}"/>
              </a:ext>
            </a:extLst>
          </p:cNvPr>
          <p:cNvSpPr>
            <a:spLocks noGrp="1"/>
          </p:cNvSpPr>
          <p:nvPr>
            <p:ph type="body" sz="quarter" idx="15" hasCustomPrompt="1"/>
          </p:nvPr>
        </p:nvSpPr>
        <p:spPr>
          <a:xfrm>
            <a:off x="1612900"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7" name="Text Placeholder 15">
            <a:extLst>
              <a:ext uri="{FF2B5EF4-FFF2-40B4-BE49-F238E27FC236}">
                <a16:creationId xmlns:a16="http://schemas.microsoft.com/office/drawing/2014/main" id="{E0314D87-B4EE-460E-B18F-73BD13911150}"/>
              </a:ext>
            </a:extLst>
          </p:cNvPr>
          <p:cNvSpPr>
            <a:spLocks noGrp="1"/>
          </p:cNvSpPr>
          <p:nvPr>
            <p:ph type="body" sz="quarter" idx="14" hasCustomPrompt="1"/>
          </p:nvPr>
        </p:nvSpPr>
        <p:spPr>
          <a:xfrm>
            <a:off x="6266350"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20" name="Text Placeholder 18">
            <a:extLst>
              <a:ext uri="{FF2B5EF4-FFF2-40B4-BE49-F238E27FC236}">
                <a16:creationId xmlns:a16="http://schemas.microsoft.com/office/drawing/2014/main" id="{C6020A13-A1EE-4B0D-9E98-DEC8824C5969}"/>
              </a:ext>
            </a:extLst>
          </p:cNvPr>
          <p:cNvSpPr>
            <a:spLocks noGrp="1"/>
          </p:cNvSpPr>
          <p:nvPr>
            <p:ph type="body" sz="quarter" idx="16" hasCustomPrompt="1"/>
          </p:nvPr>
        </p:nvSpPr>
        <p:spPr>
          <a:xfrm>
            <a:off x="6266838"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2" name="Date Placeholder 5">
            <a:extLst>
              <a:ext uri="{FF2B5EF4-FFF2-40B4-BE49-F238E27FC236}">
                <a16:creationId xmlns:a16="http://schemas.microsoft.com/office/drawing/2014/main" id="{DB65338A-C6F0-4F28-B7EA-064B872F628B}"/>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5743896B-BFE2-4F6B-B431-CF4B29CD3815}"/>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1F6558AB-F8E9-4605-A5ED-FE3F46A11262}"/>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3935171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Summary">
    <p:bg>
      <p:bgPr>
        <a:solidFill>
          <a:schemeClr val="bg2">
            <a:alpha val="70000"/>
          </a:schemeClr>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DDA21C8-9B4F-48CA-BBF3-273AA89D85D8}"/>
              </a:ext>
            </a:extLst>
          </p:cNvPr>
          <p:cNvSpPr>
            <a:spLocks noGrp="1"/>
          </p:cNvSpPr>
          <p:nvPr>
            <p:ph type="title"/>
          </p:nvPr>
        </p:nvSpPr>
        <p:spPr>
          <a:xfrm>
            <a:off x="7696200" y="461339"/>
            <a:ext cx="3949840" cy="2251716"/>
          </a:xfrm>
        </p:spPr>
        <p:txBody>
          <a:bodyPr>
            <a:normAutofit/>
          </a:bodyPr>
          <a:lstStyle>
            <a:lvl1pPr>
              <a:defRPr>
                <a:solidFill>
                  <a:schemeClr val="tx2"/>
                </a:solidFill>
              </a:defRPr>
            </a:lvl1pPr>
          </a:lstStyle>
          <a:p>
            <a:pPr>
              <a:lnSpc>
                <a:spcPct val="100000"/>
              </a:lnSpc>
            </a:pPr>
            <a:r>
              <a:rPr lang="en-US" sz="3600" spc="120">
                <a:solidFill>
                  <a:schemeClr val="tx2"/>
                </a:solidFill>
                <a:cs typeface="Posterama" panose="020B0504020200020000" pitchFamily="34" charset="0"/>
              </a:rPr>
              <a:t>Click to edit Master title style</a:t>
            </a:r>
            <a:endParaRPr lang="en-US" sz="3600"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6FC60A49-3E5E-45D9-82CF-80174402BDE3}"/>
              </a:ext>
              <a:ext uri="{C183D7F6-B498-43B3-948B-1728B52AA6E4}">
                <adec:decorative xmlns:adec="http://schemas.microsoft.com/office/drawing/2017/decorative" val="1"/>
              </a:ext>
            </a:extLst>
          </p:cNvPr>
          <p:cNvSpPr/>
          <p:nvPr userDrawn="1"/>
        </p:nvSpPr>
        <p:spPr>
          <a:xfrm>
            <a:off x="-7942" y="0"/>
            <a:ext cx="719262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493E687B-7CD1-42D6-B28F-7CF3EB7148AC}"/>
              </a:ext>
              <a:ext uri="{C183D7F6-B498-43B3-948B-1728B52AA6E4}">
                <adec:decorative xmlns:adec="http://schemas.microsoft.com/office/drawing/2017/decorative" val="1"/>
              </a:ext>
            </a:extLst>
          </p:cNvPr>
          <p:cNvSpPr/>
          <p:nvPr userDrawn="1"/>
        </p:nvSpPr>
        <p:spPr>
          <a:xfrm rot="10800000">
            <a:off x="-7942" y="0"/>
            <a:ext cx="719263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2" name="Picture Placeholder 19">
            <a:extLst>
              <a:ext uri="{FF2B5EF4-FFF2-40B4-BE49-F238E27FC236}">
                <a16:creationId xmlns:a16="http://schemas.microsoft.com/office/drawing/2014/main" id="{B458BE2E-5260-4DB2-86A2-2C93610844D0}"/>
              </a:ext>
            </a:extLst>
          </p:cNvPr>
          <p:cNvSpPr>
            <a:spLocks noGrp="1"/>
          </p:cNvSpPr>
          <p:nvPr>
            <p:ph type="pic" sz="quarter" idx="13" hasCustomPrompt="1"/>
          </p:nvPr>
        </p:nvSpPr>
        <p:spPr>
          <a:xfrm>
            <a:off x="838200" y="461339"/>
            <a:ext cx="5508288" cy="2831136"/>
          </a:xfrm>
        </p:spPr>
        <p:txBody>
          <a:bodyPr/>
          <a:lstStyle>
            <a:lvl1pPr marL="0" indent="0" algn="ctr">
              <a:buNone/>
              <a:defRPr/>
            </a:lvl1pPr>
          </a:lstStyle>
          <a:p>
            <a:r>
              <a:rPr lang="en-US" dirty="0"/>
              <a:t>Click to add photo</a:t>
            </a:r>
          </a:p>
        </p:txBody>
      </p:sp>
      <p:sp>
        <p:nvSpPr>
          <p:cNvPr id="23" name="Picture Placeholder 19">
            <a:extLst>
              <a:ext uri="{FF2B5EF4-FFF2-40B4-BE49-F238E27FC236}">
                <a16:creationId xmlns:a16="http://schemas.microsoft.com/office/drawing/2014/main" id="{73295B3D-C1CE-453D-B606-79917F4EFDDE}"/>
              </a:ext>
            </a:extLst>
          </p:cNvPr>
          <p:cNvSpPr>
            <a:spLocks noGrp="1"/>
          </p:cNvSpPr>
          <p:nvPr>
            <p:ph type="pic" sz="quarter" idx="14" hasCustomPrompt="1"/>
          </p:nvPr>
        </p:nvSpPr>
        <p:spPr>
          <a:xfrm>
            <a:off x="830826" y="3429000"/>
            <a:ext cx="5508288" cy="2831136"/>
          </a:xfrm>
        </p:spPr>
        <p:txBody>
          <a:bodyPr/>
          <a:lstStyle>
            <a:lvl1pPr marL="0" indent="0" algn="ctr">
              <a:buNone/>
              <a:defRPr/>
            </a:lvl1pPr>
          </a:lstStyle>
          <a:p>
            <a:r>
              <a:rPr lang="en-US" dirty="0"/>
              <a:t>Click to add photo</a:t>
            </a:r>
          </a:p>
        </p:txBody>
      </p:sp>
      <p:sp>
        <p:nvSpPr>
          <p:cNvPr id="15" name="Date Placeholder 6">
            <a:extLst>
              <a:ext uri="{FF2B5EF4-FFF2-40B4-BE49-F238E27FC236}">
                <a16:creationId xmlns:a16="http://schemas.microsoft.com/office/drawing/2014/main" id="{42C36F80-96FA-43AC-ACFF-C626ED2F6F0C}"/>
              </a:ext>
            </a:extLst>
          </p:cNvPr>
          <p:cNvSpPr>
            <a:spLocks noGrp="1"/>
          </p:cNvSpPr>
          <p:nvPr>
            <p:ph type="dt" sz="half" idx="10"/>
          </p:nvPr>
        </p:nvSpPr>
        <p:spPr>
          <a:xfrm>
            <a:off x="838200" y="6327648"/>
            <a:ext cx="2743200" cy="365125"/>
          </a:xfrm>
        </p:spPr>
        <p:txBody>
          <a:bodyPr/>
          <a:lstStyle>
            <a:lvl1pPr>
              <a:defRPr>
                <a:solidFill>
                  <a:schemeClr val="bg1">
                    <a:alpha val="60000"/>
                  </a:schemeClr>
                </a:solidFill>
              </a:defRPr>
            </a:lvl1pPr>
          </a:lstStyle>
          <a:p>
            <a:r>
              <a:rPr lang="en-US" dirty="0"/>
              <a:t>20XX</a:t>
            </a:r>
          </a:p>
        </p:txBody>
      </p:sp>
      <p:sp>
        <p:nvSpPr>
          <p:cNvPr id="27" name="Text Placeholder 25">
            <a:extLst>
              <a:ext uri="{FF2B5EF4-FFF2-40B4-BE49-F238E27FC236}">
                <a16:creationId xmlns:a16="http://schemas.microsoft.com/office/drawing/2014/main" id="{3A3DA98F-3AD9-4503-8525-7A30DD715BDF}"/>
              </a:ext>
            </a:extLst>
          </p:cNvPr>
          <p:cNvSpPr>
            <a:spLocks noGrp="1"/>
          </p:cNvSpPr>
          <p:nvPr>
            <p:ph type="body" sz="quarter" idx="15" hasCustomPrompt="1"/>
          </p:nvPr>
        </p:nvSpPr>
        <p:spPr>
          <a:xfrm>
            <a:off x="7690290" y="2867741"/>
            <a:ext cx="3949586" cy="3294680"/>
          </a:xfrm>
        </p:spPr>
        <p:txBody>
          <a:bodyPr>
            <a:normAutofit/>
          </a:bodyPr>
          <a:lstStyle>
            <a:lvl1pPr marL="0" indent="0">
              <a:buNone/>
              <a:defRPr sz="1800">
                <a:solidFill>
                  <a:schemeClr val="tx2"/>
                </a:solidFill>
              </a:defRPr>
            </a:lvl1pPr>
          </a:lstStyle>
          <a:p>
            <a:pPr lvl="0"/>
            <a:r>
              <a:rPr lang="en-US" dirty="0"/>
              <a:t>Click to add text</a:t>
            </a:r>
          </a:p>
        </p:txBody>
      </p:sp>
      <p:sp>
        <p:nvSpPr>
          <p:cNvPr id="16" name="Footer Placeholder 7">
            <a:extLst>
              <a:ext uri="{FF2B5EF4-FFF2-40B4-BE49-F238E27FC236}">
                <a16:creationId xmlns:a16="http://schemas.microsoft.com/office/drawing/2014/main" id="{29F436A2-3398-4A5A-AF46-81BC526412C9}"/>
              </a:ext>
            </a:extLst>
          </p:cNvPr>
          <p:cNvSpPr>
            <a:spLocks noGrp="1"/>
          </p:cNvSpPr>
          <p:nvPr>
            <p:ph type="ftr" sz="quarter" idx="11"/>
          </p:nvPr>
        </p:nvSpPr>
        <p:spPr>
          <a:xfrm>
            <a:off x="7696200" y="6327648"/>
            <a:ext cx="3045406" cy="365125"/>
          </a:xfrm>
        </p:spPr>
        <p:txBody>
          <a:bodyPr/>
          <a:lstStyle>
            <a:lvl1pPr algn="l">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78BD5B31-7A42-46D8-A5A3-CD0DC4B99F63}"/>
              </a:ext>
            </a:extLst>
          </p:cNvPr>
          <p:cNvSpPr>
            <a:spLocks noGrp="1"/>
          </p:cNvSpPr>
          <p:nvPr>
            <p:ph type="sldNum" sz="quarter" idx="12"/>
          </p:nvPr>
        </p:nvSpPr>
        <p:spPr>
          <a:xfrm>
            <a:off x="10820400" y="6327648"/>
            <a:ext cx="533400" cy="365125"/>
          </a:xfrm>
        </p:spPr>
        <p:txBody>
          <a:bodyPr/>
          <a:lstStyle>
            <a:lvl1pPr>
              <a:defRPr>
                <a:solidFill>
                  <a:schemeClr val="tx1">
                    <a:alpha val="60000"/>
                  </a:schemeClr>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9248065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B9ADE-90DA-4820-BE03-6440FAF8B83E}"/>
              </a:ext>
              <a:ext uri="{C183D7F6-B498-43B3-948B-1728B52AA6E4}">
                <adec:decorative xmlns:adec="http://schemas.microsoft.com/office/drawing/2017/decorative" val="1"/>
              </a:ext>
            </a:extLst>
          </p:cNvPr>
          <p:cNvSpPr/>
          <p:nvPr userDrawn="1"/>
        </p:nvSpPr>
        <p:spPr>
          <a:xfrm rot="10800000">
            <a:off x="0" y="1"/>
            <a:ext cx="1219199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Rectangle 9">
            <a:extLst>
              <a:ext uri="{FF2B5EF4-FFF2-40B4-BE49-F238E27FC236}">
                <a16:creationId xmlns:a16="http://schemas.microsoft.com/office/drawing/2014/main" id="{9FF4039C-77F7-44AD-AEB2-A6079C9DA3C9}"/>
              </a:ext>
              <a:ext uri="{C183D7F6-B498-43B3-948B-1728B52AA6E4}">
                <adec:decorative xmlns:adec="http://schemas.microsoft.com/office/drawing/2017/decorative" val="1"/>
              </a:ext>
            </a:extLst>
          </p:cNvPr>
          <p:cNvSpPr/>
          <p:nvPr userDrawn="1"/>
        </p:nvSpPr>
        <p:spPr>
          <a:xfrm>
            <a:off x="713457" y="739600"/>
            <a:ext cx="10768226" cy="539095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1" name="Title 1">
            <a:extLst>
              <a:ext uri="{FF2B5EF4-FFF2-40B4-BE49-F238E27FC236}">
                <a16:creationId xmlns:a16="http://schemas.microsoft.com/office/drawing/2014/main" id="{36E930C2-F546-4C94-BF53-6C7C8A57E0B3}"/>
              </a:ext>
            </a:extLst>
          </p:cNvPr>
          <p:cNvSpPr>
            <a:spLocks noGrp="1"/>
          </p:cNvSpPr>
          <p:nvPr>
            <p:ph type="ctrTitle"/>
          </p:nvPr>
        </p:nvSpPr>
        <p:spPr>
          <a:xfrm>
            <a:off x="990600" y="1066800"/>
            <a:ext cx="4749276" cy="2592425"/>
          </a:xfrm>
        </p:spPr>
        <p:txBody>
          <a:bodyPr anchor="b">
            <a:normAutofit/>
          </a:bodyPr>
          <a:lstStyle>
            <a:lvl1pPr>
              <a:defRPr>
                <a:solidFill>
                  <a:schemeClr val="tx2"/>
                </a:solidFill>
              </a:defRPr>
            </a:lvl1pPr>
          </a:lstStyle>
          <a:p>
            <a:pPr algn="l">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2" name="Subtitle 2">
            <a:extLst>
              <a:ext uri="{FF2B5EF4-FFF2-40B4-BE49-F238E27FC236}">
                <a16:creationId xmlns:a16="http://schemas.microsoft.com/office/drawing/2014/main" id="{43F81DC1-1A78-495F-B862-27847D0EE012}"/>
              </a:ext>
            </a:extLst>
          </p:cNvPr>
          <p:cNvSpPr>
            <a:spLocks noGrp="1"/>
          </p:cNvSpPr>
          <p:nvPr>
            <p:ph type="subTitle" idx="1"/>
          </p:nvPr>
        </p:nvSpPr>
        <p:spPr>
          <a:xfrm>
            <a:off x="990599" y="3856314"/>
            <a:ext cx="4749275" cy="1858686"/>
          </a:xfrm>
        </p:spPr>
        <p:txBody>
          <a:bodyPr anchor="t"/>
          <a:lstStyle>
            <a:lvl1pPr marL="0" indent="0">
              <a:buNone/>
              <a:defRPr>
                <a:solidFill>
                  <a:schemeClr val="tx2"/>
                </a:solidFill>
              </a:defRPr>
            </a:lvl1pPr>
          </a:lstStyle>
          <a:p>
            <a:pPr algn="l">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sp>
        <p:nvSpPr>
          <p:cNvPr id="25" name="Picture Placeholder 20">
            <a:extLst>
              <a:ext uri="{FF2B5EF4-FFF2-40B4-BE49-F238E27FC236}">
                <a16:creationId xmlns:a16="http://schemas.microsoft.com/office/drawing/2014/main" id="{F44B6D46-2238-46D9-8D7F-730BDD0C144C}"/>
              </a:ext>
            </a:extLst>
          </p:cNvPr>
          <p:cNvSpPr>
            <a:spLocks noGrp="1"/>
          </p:cNvSpPr>
          <p:nvPr>
            <p:ph type="pic" sz="quarter" idx="13" hasCustomPrompt="1"/>
          </p:nvPr>
        </p:nvSpPr>
        <p:spPr>
          <a:xfrm>
            <a:off x="6077447" y="1066800"/>
            <a:ext cx="2405746" cy="2262033"/>
          </a:xfrm>
        </p:spPr>
        <p:txBody>
          <a:bodyPr/>
          <a:lstStyle>
            <a:lvl1pPr marL="0" indent="0" algn="ctr">
              <a:buNone/>
              <a:defRPr>
                <a:solidFill>
                  <a:schemeClr val="tx2"/>
                </a:solidFill>
              </a:defRPr>
            </a:lvl1pPr>
          </a:lstStyle>
          <a:p>
            <a:r>
              <a:rPr lang="en-US" dirty="0"/>
              <a:t>Click to add photo</a:t>
            </a:r>
          </a:p>
        </p:txBody>
      </p:sp>
      <p:sp>
        <p:nvSpPr>
          <p:cNvPr id="26" name="Picture Placeholder 20">
            <a:extLst>
              <a:ext uri="{FF2B5EF4-FFF2-40B4-BE49-F238E27FC236}">
                <a16:creationId xmlns:a16="http://schemas.microsoft.com/office/drawing/2014/main" id="{B600C62E-9610-468D-B50C-B5D55DB2D06E}"/>
              </a:ext>
            </a:extLst>
          </p:cNvPr>
          <p:cNvSpPr>
            <a:spLocks noGrp="1"/>
          </p:cNvSpPr>
          <p:nvPr>
            <p:ph type="pic" sz="quarter" idx="14" hasCustomPrompt="1"/>
          </p:nvPr>
        </p:nvSpPr>
        <p:spPr>
          <a:xfrm>
            <a:off x="8592404" y="1066800"/>
            <a:ext cx="2405746" cy="2262033"/>
          </a:xfrm>
        </p:spPr>
        <p:txBody>
          <a:bodyPr/>
          <a:lstStyle>
            <a:lvl1pPr marL="0" indent="0" algn="ctr">
              <a:buNone/>
              <a:defRPr>
                <a:solidFill>
                  <a:schemeClr val="tx2"/>
                </a:solidFill>
              </a:defRPr>
            </a:lvl1pPr>
          </a:lstStyle>
          <a:p>
            <a:r>
              <a:rPr lang="en-US" dirty="0"/>
              <a:t>Click to add photo</a:t>
            </a:r>
          </a:p>
        </p:txBody>
      </p:sp>
      <p:sp>
        <p:nvSpPr>
          <p:cNvPr id="27" name="Picture Placeholder 20">
            <a:extLst>
              <a:ext uri="{FF2B5EF4-FFF2-40B4-BE49-F238E27FC236}">
                <a16:creationId xmlns:a16="http://schemas.microsoft.com/office/drawing/2014/main" id="{03A822E7-844A-4C6F-9941-ACCF803F61F6}"/>
              </a:ext>
            </a:extLst>
          </p:cNvPr>
          <p:cNvSpPr>
            <a:spLocks noGrp="1"/>
          </p:cNvSpPr>
          <p:nvPr>
            <p:ph type="pic" sz="quarter" idx="15" hasCustomPrompt="1"/>
          </p:nvPr>
        </p:nvSpPr>
        <p:spPr>
          <a:xfrm>
            <a:off x="6077447" y="3443645"/>
            <a:ext cx="2405746" cy="2262033"/>
          </a:xfrm>
        </p:spPr>
        <p:txBody>
          <a:bodyPr/>
          <a:lstStyle>
            <a:lvl1pPr marL="0" indent="0" algn="ctr">
              <a:buNone/>
              <a:defRPr>
                <a:solidFill>
                  <a:schemeClr val="tx2"/>
                </a:solidFill>
              </a:defRPr>
            </a:lvl1pPr>
          </a:lstStyle>
          <a:p>
            <a:r>
              <a:rPr lang="en-US" dirty="0"/>
              <a:t>Click to add photo</a:t>
            </a:r>
          </a:p>
        </p:txBody>
      </p:sp>
      <p:sp>
        <p:nvSpPr>
          <p:cNvPr id="28" name="Picture Placeholder 20">
            <a:extLst>
              <a:ext uri="{FF2B5EF4-FFF2-40B4-BE49-F238E27FC236}">
                <a16:creationId xmlns:a16="http://schemas.microsoft.com/office/drawing/2014/main" id="{07DE9330-8C8A-4B8E-A4C6-F84147872A34}"/>
              </a:ext>
            </a:extLst>
          </p:cNvPr>
          <p:cNvSpPr>
            <a:spLocks noGrp="1"/>
          </p:cNvSpPr>
          <p:nvPr>
            <p:ph type="pic" sz="quarter" idx="16" hasCustomPrompt="1"/>
          </p:nvPr>
        </p:nvSpPr>
        <p:spPr>
          <a:xfrm>
            <a:off x="8592405" y="3443645"/>
            <a:ext cx="2405746" cy="2262033"/>
          </a:xfrm>
        </p:spPr>
        <p:txBody>
          <a:bodyPr/>
          <a:lstStyle>
            <a:lvl1pPr marL="0" indent="0" algn="ctr">
              <a:buNone/>
              <a:defRPr>
                <a:solidFill>
                  <a:schemeClr val="tx2"/>
                </a:solidFill>
              </a:defRPr>
            </a:lvl1pPr>
          </a:lstStyle>
          <a:p>
            <a:r>
              <a:rPr lang="en-US" dirty="0"/>
              <a:t>Click to add photo</a:t>
            </a:r>
          </a:p>
        </p:txBody>
      </p:sp>
      <p:sp>
        <p:nvSpPr>
          <p:cNvPr id="17" name="Date Placeholder 9">
            <a:extLst>
              <a:ext uri="{FF2B5EF4-FFF2-40B4-BE49-F238E27FC236}">
                <a16:creationId xmlns:a16="http://schemas.microsoft.com/office/drawing/2014/main" id="{693CD890-5369-4257-9426-7FA8B9FD3B25}"/>
              </a:ext>
            </a:extLst>
          </p:cNvPr>
          <p:cNvSpPr>
            <a:spLocks noGrp="1"/>
          </p:cNvSpPr>
          <p:nvPr>
            <p:ph type="dt" sz="half" idx="10"/>
          </p:nvPr>
        </p:nvSpPr>
        <p:spPr>
          <a:xfrm>
            <a:off x="838200" y="6327648"/>
            <a:ext cx="2743200" cy="365125"/>
          </a:xfrm>
        </p:spPr>
        <p:txBody>
          <a:bodyPr/>
          <a:lstStyle>
            <a:lvl1pPr>
              <a:defRPr/>
            </a:lvl1pPr>
          </a:lstStyle>
          <a:p>
            <a:pPr>
              <a:defRPr/>
            </a:pPr>
            <a:r>
              <a:rPr lang="en-US" dirty="0">
                <a:solidFill>
                  <a:prstClr val="white">
                    <a:alpha val="60000"/>
                  </a:prstClr>
                </a:solidFill>
              </a:rPr>
              <a:t>20XX</a:t>
            </a:r>
          </a:p>
        </p:txBody>
      </p:sp>
      <p:sp>
        <p:nvSpPr>
          <p:cNvPr id="18" name="Footer Placeholder 10">
            <a:extLst>
              <a:ext uri="{FF2B5EF4-FFF2-40B4-BE49-F238E27FC236}">
                <a16:creationId xmlns:a16="http://schemas.microsoft.com/office/drawing/2014/main" id="{3A86BCFE-67DF-4B63-AC7B-74E66919CD28}"/>
              </a:ext>
            </a:extLst>
          </p:cNvPr>
          <p:cNvSpPr>
            <a:spLocks noGrp="1"/>
          </p:cNvSpPr>
          <p:nvPr>
            <p:ph type="ftr" sz="quarter" idx="11"/>
          </p:nvPr>
        </p:nvSpPr>
        <p:spPr>
          <a:xfrm>
            <a:off x="4038600" y="632764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19" name="Slide Number Placeholder 11">
            <a:extLst>
              <a:ext uri="{FF2B5EF4-FFF2-40B4-BE49-F238E27FC236}">
                <a16:creationId xmlns:a16="http://schemas.microsoft.com/office/drawing/2014/main" id="{1301AADD-E25B-4AB6-A4E4-E95CFB9877B3}"/>
              </a:ext>
            </a:extLst>
          </p:cNvPr>
          <p:cNvSpPr>
            <a:spLocks noGrp="1"/>
          </p:cNvSpPr>
          <p:nvPr>
            <p:ph type="sldNum" sz="quarter" idx="12"/>
          </p:nvPr>
        </p:nvSpPr>
        <p:spPr>
          <a:xfrm>
            <a:off x="10058400" y="6327648"/>
            <a:ext cx="1295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5481674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eam">
    <p:bg>
      <p:bgPr>
        <a:solidFill>
          <a:schemeClr val="bg2">
            <a:alpha val="70000"/>
          </a:schemeClr>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98F9B1-9C80-43D7-9EEB-62368C6E4700}"/>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9" name="Rectangle 18">
            <a:extLst>
              <a:ext uri="{FF2B5EF4-FFF2-40B4-BE49-F238E27FC236}">
                <a16:creationId xmlns:a16="http://schemas.microsoft.com/office/drawing/2014/main" id="{B19F8183-B975-40ED-AF54-2E47480E8FDF}"/>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itle 1">
            <a:extLst>
              <a:ext uri="{FF2B5EF4-FFF2-40B4-BE49-F238E27FC236}">
                <a16:creationId xmlns:a16="http://schemas.microsoft.com/office/drawing/2014/main" id="{5F15006B-9319-46AF-AE0D-7BBBA5A5FEED}"/>
              </a:ext>
            </a:extLst>
          </p:cNvPr>
          <p:cNvSpPr>
            <a:spLocks noGrp="1"/>
          </p:cNvSpPr>
          <p:nvPr>
            <p:ph type="title"/>
          </p:nvPr>
        </p:nvSpPr>
        <p:spPr>
          <a:xfrm>
            <a:off x="838200" y="4679001"/>
            <a:ext cx="10348147" cy="1388631"/>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1" name="Date Placeholder 5">
            <a:extLst>
              <a:ext uri="{FF2B5EF4-FFF2-40B4-BE49-F238E27FC236}">
                <a16:creationId xmlns:a16="http://schemas.microsoft.com/office/drawing/2014/main" id="{EF966BF4-C741-471C-BD3E-40536108BDFF}"/>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22" name="Footer Placeholder 6">
            <a:extLst>
              <a:ext uri="{FF2B5EF4-FFF2-40B4-BE49-F238E27FC236}">
                <a16:creationId xmlns:a16="http://schemas.microsoft.com/office/drawing/2014/main" id="{E4052D32-8B32-4C10-8FF9-3CC40E7F37A9}"/>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23" name="Slide Number Placeholder 7">
            <a:extLst>
              <a:ext uri="{FF2B5EF4-FFF2-40B4-BE49-F238E27FC236}">
                <a16:creationId xmlns:a16="http://schemas.microsoft.com/office/drawing/2014/main" id="{423F6085-8F80-41B9-9BA1-8719DDB0C31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A7452533-4333-455C-A755-FD0DB695115D}"/>
              </a:ext>
            </a:extLst>
          </p:cNvPr>
          <p:cNvSpPr>
            <a:spLocks noGrp="1"/>
          </p:cNvSpPr>
          <p:nvPr>
            <p:ph sz="quarter" idx="13" hasCustomPrompt="1"/>
          </p:nvPr>
        </p:nvSpPr>
        <p:spPr>
          <a:xfrm>
            <a:off x="392113" y="217488"/>
            <a:ext cx="11407775" cy="43449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content</a:t>
            </a:r>
          </a:p>
        </p:txBody>
      </p:sp>
    </p:spTree>
    <p:extLst>
      <p:ext uri="{BB962C8B-B14F-4D97-AF65-F5344CB8AC3E}">
        <p14:creationId xmlns:p14="http://schemas.microsoft.com/office/powerpoint/2010/main" val="17267983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bg2">
            <a:alpha val="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8EB1B99-4A44-424D-960B-E39E95E47FE1}"/>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7" name="Rectangle 26">
            <a:extLst>
              <a:ext uri="{FF2B5EF4-FFF2-40B4-BE49-F238E27FC236}">
                <a16:creationId xmlns:a16="http://schemas.microsoft.com/office/drawing/2014/main" id="{1C4B9F2D-4BC8-49AA-AF37-3F0C8E5A2D87}"/>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8" name="Title 1">
            <a:extLst>
              <a:ext uri="{FF2B5EF4-FFF2-40B4-BE49-F238E27FC236}">
                <a16:creationId xmlns:a16="http://schemas.microsoft.com/office/drawing/2014/main" id="{59607F4D-1EB7-4A8D-BDBE-3FBD59A56ECE}"/>
              </a:ext>
            </a:extLst>
          </p:cNvPr>
          <p:cNvSpPr>
            <a:spLocks noGrp="1"/>
          </p:cNvSpPr>
          <p:nvPr>
            <p:ph type="title"/>
          </p:nvPr>
        </p:nvSpPr>
        <p:spPr>
          <a:xfrm>
            <a:off x="838200" y="4581785"/>
            <a:ext cx="10348147" cy="1572606"/>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9" name="Date Placeholder 5">
            <a:extLst>
              <a:ext uri="{FF2B5EF4-FFF2-40B4-BE49-F238E27FC236}">
                <a16:creationId xmlns:a16="http://schemas.microsoft.com/office/drawing/2014/main" id="{D059A74B-DC70-4E6A-8B79-92049E91B19C}"/>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30" name="Footer Placeholder 6">
            <a:extLst>
              <a:ext uri="{FF2B5EF4-FFF2-40B4-BE49-F238E27FC236}">
                <a16:creationId xmlns:a16="http://schemas.microsoft.com/office/drawing/2014/main" id="{60A3B447-230B-4641-9E61-C6AFA8ADA113}"/>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31" name="Slide Number Placeholder 7">
            <a:extLst>
              <a:ext uri="{FF2B5EF4-FFF2-40B4-BE49-F238E27FC236}">
                <a16:creationId xmlns:a16="http://schemas.microsoft.com/office/drawing/2014/main" id="{D891FDCC-CEC5-46EA-83E5-AF2316413B9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77112BDF-BBAF-4198-8203-F269CA203EB7}"/>
              </a:ext>
            </a:extLst>
          </p:cNvPr>
          <p:cNvSpPr>
            <a:spLocks noGrp="1"/>
          </p:cNvSpPr>
          <p:nvPr>
            <p:ph sz="quarter" idx="13" hasCustomPrompt="1"/>
          </p:nvPr>
        </p:nvSpPr>
        <p:spPr>
          <a:xfrm>
            <a:off x="1089025" y="209550"/>
            <a:ext cx="10013950" cy="4143375"/>
          </a:xfrm>
        </p:spPr>
        <p:txBody>
          <a:bodyPr/>
          <a:lstStyle>
            <a:lvl1pPr>
              <a:defRPr>
                <a:solidFill>
                  <a:schemeClr val="tx1"/>
                </a:solidFill>
              </a:defRPr>
            </a:lvl1pPr>
          </a:lstStyle>
          <a:p>
            <a:pPr lvl="0"/>
            <a:r>
              <a:rPr lang="en-US" dirty="0"/>
              <a:t>Click to add content</a:t>
            </a:r>
          </a:p>
        </p:txBody>
      </p:sp>
    </p:spTree>
    <p:extLst>
      <p:ext uri="{BB962C8B-B14F-4D97-AF65-F5344CB8AC3E}">
        <p14:creationId xmlns:p14="http://schemas.microsoft.com/office/powerpoint/2010/main" val="6569860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3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EDB5FC-CA7C-4369-A121-67C4C93AB4B9}"/>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79814F19-D3DA-42AB-AAD4-22D54FE3743B}"/>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14126634-B312-428E-8F30-17C18904047D}"/>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2" name="Date Placeholder 5">
            <a:extLst>
              <a:ext uri="{FF2B5EF4-FFF2-40B4-BE49-F238E27FC236}">
                <a16:creationId xmlns:a16="http://schemas.microsoft.com/office/drawing/2014/main" id="{1AC832B9-3155-477F-89D0-A170836416F1}"/>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7801D982-FEE5-4484-AD95-86DEE2E5D214}"/>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5F932331-BB94-49D3-9E40-67111663B4F6}"/>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05653"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06265"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529261"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529873"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053617"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054229"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Tree>
    <p:extLst>
      <p:ext uri="{BB962C8B-B14F-4D97-AF65-F5344CB8AC3E}">
        <p14:creationId xmlns:p14="http://schemas.microsoft.com/office/powerpoint/2010/main" val="19207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32">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32">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r>
              <a:rPr lang="en-US"/>
              <a:t>20XX</a:t>
            </a:r>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Presentation title</a:t>
            </a:r>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039586247"/>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40" r:id="rId27"/>
    <p:sldLayoutId id="2147483741" r:id="rId28"/>
    <p:sldLayoutId id="2147483743" r:id="rId29"/>
  </p:sldLayoutIdLst>
  <p:hf hd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2.xml"/><Relationship Id="rId5" Type="http://schemas.openxmlformats.org/officeDocument/2006/relationships/image" Target="../media/image15.pn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7DEE731E-C361-4204-9B35-43843B693B77}"/>
              </a:ext>
            </a:extLst>
          </p:cNvPr>
          <p:cNvSpPr>
            <a:spLocks noGrp="1"/>
          </p:cNvSpPr>
          <p:nvPr>
            <p:ph type="subTitle" idx="1"/>
          </p:nvPr>
        </p:nvSpPr>
        <p:spPr>
          <a:xfrm>
            <a:off x="1645673" y="4950078"/>
            <a:ext cx="8763001" cy="962442"/>
          </a:xfrm>
        </p:spPr>
        <p:txBody>
          <a:bodyPr>
            <a:noAutofit/>
          </a:bodyPr>
          <a:lstStyle/>
          <a:p>
            <a:pPr algn="l">
              <a:lnSpc>
                <a:spcPct val="150000"/>
              </a:lnSpc>
            </a:pPr>
            <a:r>
              <a:rPr lang="en-IN" sz="2000" dirty="0">
                <a:solidFill>
                  <a:schemeClr val="accent6">
                    <a:lumMod val="75000"/>
                  </a:schemeClr>
                </a:solidFill>
              </a:rPr>
              <a:t>Presented by </a:t>
            </a:r>
          </a:p>
          <a:p>
            <a:pPr algn="l">
              <a:lnSpc>
                <a:spcPct val="150000"/>
              </a:lnSpc>
            </a:pPr>
            <a:r>
              <a:rPr lang="en-IN" sz="2000" dirty="0">
                <a:solidFill>
                  <a:schemeClr val="accent6">
                    <a:lumMod val="75000"/>
                  </a:schemeClr>
                </a:solidFill>
              </a:rPr>
              <a:t>KAVYA SAMPATHIRAO</a:t>
            </a:r>
          </a:p>
          <a:p>
            <a:pPr algn="l">
              <a:lnSpc>
                <a:spcPct val="150000"/>
              </a:lnSpc>
            </a:pPr>
            <a:r>
              <a:rPr lang="en-IN" sz="2000" dirty="0">
                <a:solidFill>
                  <a:schemeClr val="accent6">
                    <a:lumMod val="75000"/>
                  </a:schemeClr>
                </a:solidFill>
              </a:rPr>
              <a:t>Team-c</a:t>
            </a:r>
          </a:p>
        </p:txBody>
      </p:sp>
      <p:sp>
        <p:nvSpPr>
          <p:cNvPr id="4" name="Title 5">
            <a:extLst>
              <a:ext uri="{FF2B5EF4-FFF2-40B4-BE49-F238E27FC236}">
                <a16:creationId xmlns:a16="http://schemas.microsoft.com/office/drawing/2014/main" id="{6B0B2BB2-146B-4714-8570-77C449ABC0E1}"/>
              </a:ext>
            </a:extLst>
          </p:cNvPr>
          <p:cNvSpPr txBox="1">
            <a:spLocks/>
          </p:cNvSpPr>
          <p:nvPr/>
        </p:nvSpPr>
        <p:spPr>
          <a:xfrm>
            <a:off x="1028406" y="1740310"/>
            <a:ext cx="9601200" cy="1534297"/>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4400" b="1" kern="1200">
                <a:solidFill>
                  <a:schemeClr val="tx2"/>
                </a:solidFill>
                <a:latin typeface="+mj-lt"/>
                <a:ea typeface="+mj-ea"/>
                <a:cs typeface="+mj-cs"/>
              </a:defRPr>
            </a:lvl1pPr>
          </a:lstStyle>
          <a:p>
            <a:r>
              <a:rPr lang="en-US" sz="5400"/>
              <a:t>Budget Wise AI Expense Forecasting Tool</a:t>
            </a:r>
            <a:endParaRPr lang="en-US" sz="5400" dirty="0"/>
          </a:p>
        </p:txBody>
      </p:sp>
      <p:sp>
        <p:nvSpPr>
          <p:cNvPr id="5" name="Title 5">
            <a:extLst>
              <a:ext uri="{FF2B5EF4-FFF2-40B4-BE49-F238E27FC236}">
                <a16:creationId xmlns:a16="http://schemas.microsoft.com/office/drawing/2014/main" id="{D94780AA-11E8-120E-44C0-DD71F9C6D553}"/>
              </a:ext>
            </a:extLst>
          </p:cNvPr>
          <p:cNvSpPr txBox="1">
            <a:spLocks/>
          </p:cNvSpPr>
          <p:nvPr/>
        </p:nvSpPr>
        <p:spPr>
          <a:xfrm>
            <a:off x="7188315" y="3091548"/>
            <a:ext cx="2742266" cy="1534297"/>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4400" b="1" kern="1200">
                <a:solidFill>
                  <a:schemeClr val="tx2"/>
                </a:solidFill>
                <a:latin typeface="+mj-lt"/>
                <a:ea typeface="+mj-ea"/>
                <a:cs typeface="+mj-cs"/>
              </a:defRPr>
            </a:lvl1pPr>
          </a:lstStyle>
          <a:p>
            <a:r>
              <a:rPr lang="en-US" sz="3200" dirty="0"/>
              <a:t>Mentor Sangeetha</a:t>
            </a:r>
          </a:p>
        </p:txBody>
      </p:sp>
    </p:spTree>
    <p:extLst>
      <p:ext uri="{BB962C8B-B14F-4D97-AF65-F5344CB8AC3E}">
        <p14:creationId xmlns:p14="http://schemas.microsoft.com/office/powerpoint/2010/main" val="310666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E2FE00C-A4E7-4DD3-BED5-5746528E68F1}"/>
              </a:ext>
            </a:extLst>
          </p:cNvPr>
          <p:cNvSpPr>
            <a:spLocks noGrp="1"/>
          </p:cNvSpPr>
          <p:nvPr>
            <p:ph type="title"/>
          </p:nvPr>
        </p:nvSpPr>
        <p:spPr>
          <a:xfrm>
            <a:off x="838200" y="586992"/>
            <a:ext cx="4953000" cy="740363"/>
          </a:xfrm>
        </p:spPr>
        <p:txBody>
          <a:bodyPr/>
          <a:lstStyle/>
          <a:p>
            <a:r>
              <a:rPr lang="en-US" sz="4000" dirty="0"/>
              <a:t>CONTENTS</a:t>
            </a:r>
          </a:p>
        </p:txBody>
      </p:sp>
      <p:sp>
        <p:nvSpPr>
          <p:cNvPr id="34" name="Text Placeholder 33">
            <a:extLst>
              <a:ext uri="{FF2B5EF4-FFF2-40B4-BE49-F238E27FC236}">
                <a16:creationId xmlns:a16="http://schemas.microsoft.com/office/drawing/2014/main" id="{7B69611F-97FC-426E-8387-26F473573E81}"/>
              </a:ext>
            </a:extLst>
          </p:cNvPr>
          <p:cNvSpPr>
            <a:spLocks noGrp="1"/>
          </p:cNvSpPr>
          <p:nvPr>
            <p:ph type="body" sz="quarter" idx="16"/>
          </p:nvPr>
        </p:nvSpPr>
        <p:spPr>
          <a:xfrm>
            <a:off x="835468" y="1593146"/>
            <a:ext cx="4952681" cy="2750307"/>
          </a:xfrm>
        </p:spPr>
        <p:txBody>
          <a:bodyPr>
            <a:noAutofit/>
          </a:bodyPr>
          <a:lstStyle/>
          <a:p>
            <a:pPr>
              <a:lnSpc>
                <a:spcPct val="170000"/>
              </a:lnSpc>
            </a:pPr>
            <a:r>
              <a:rPr lang="en-US" dirty="0"/>
              <a:t>ABSTRACT</a:t>
            </a:r>
          </a:p>
          <a:p>
            <a:pPr>
              <a:lnSpc>
                <a:spcPct val="170000"/>
              </a:lnSpc>
            </a:pPr>
            <a:r>
              <a:rPr lang="en-US" dirty="0"/>
              <a:t>INTRODUCTION</a:t>
            </a:r>
          </a:p>
          <a:p>
            <a:pPr>
              <a:lnSpc>
                <a:spcPct val="170000"/>
              </a:lnSpc>
            </a:pPr>
            <a:r>
              <a:rPr lang="en-US" dirty="0"/>
              <a:t>PROBLEM STATEMENT</a:t>
            </a:r>
          </a:p>
          <a:p>
            <a:pPr>
              <a:lnSpc>
                <a:spcPct val="170000"/>
              </a:lnSpc>
            </a:pPr>
            <a:r>
              <a:rPr lang="en-US" dirty="0"/>
              <a:t>OUR SOLUTION (OVERVIEW)</a:t>
            </a:r>
          </a:p>
          <a:p>
            <a:pPr>
              <a:lnSpc>
                <a:spcPct val="170000"/>
              </a:lnSpc>
            </a:pPr>
            <a:r>
              <a:rPr lang="en-US" dirty="0"/>
              <a:t>METHODOLOGY</a:t>
            </a:r>
          </a:p>
          <a:p>
            <a:pPr>
              <a:lnSpc>
                <a:spcPct val="170000"/>
              </a:lnSpc>
            </a:pPr>
            <a:r>
              <a:rPr lang="en-US" dirty="0"/>
              <a:t>TARGET USERS &amp; USE CASES</a:t>
            </a:r>
          </a:p>
          <a:p>
            <a:pPr>
              <a:lnSpc>
                <a:spcPct val="170000"/>
              </a:lnSpc>
            </a:pPr>
            <a:r>
              <a:rPr lang="en-US" dirty="0"/>
              <a:t>CONCLUSION</a:t>
            </a:r>
          </a:p>
          <a:p>
            <a:pPr>
              <a:lnSpc>
                <a:spcPct val="170000"/>
              </a:lnSpc>
            </a:pPr>
            <a:endParaRPr lang="en-US" dirty="0"/>
          </a:p>
        </p:txBody>
      </p:sp>
      <p:pic>
        <p:nvPicPr>
          <p:cNvPr id="2052" name="Picture 4" descr="Mobile Tronics">
            <a:extLst>
              <a:ext uri="{FF2B5EF4-FFF2-40B4-BE49-F238E27FC236}">
                <a16:creationId xmlns:a16="http://schemas.microsoft.com/office/drawing/2014/main" id="{D60A52A5-5609-1C32-9FAF-1848FC295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4323" y="0"/>
            <a:ext cx="59976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20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6134E62-0FEA-4101-A0C8-1395344EA7AC}"/>
              </a:ext>
            </a:extLst>
          </p:cNvPr>
          <p:cNvSpPr>
            <a:spLocks noGrp="1"/>
          </p:cNvSpPr>
          <p:nvPr>
            <p:ph type="title"/>
          </p:nvPr>
        </p:nvSpPr>
        <p:spPr/>
        <p:txBody>
          <a:bodyPr/>
          <a:lstStyle/>
          <a:p>
            <a:r>
              <a:rPr lang="en-US" dirty="0"/>
              <a:t>ABSTRACT</a:t>
            </a:r>
          </a:p>
        </p:txBody>
      </p:sp>
      <p:sp>
        <p:nvSpPr>
          <p:cNvPr id="15" name="Content Placeholder 14">
            <a:extLst>
              <a:ext uri="{FF2B5EF4-FFF2-40B4-BE49-F238E27FC236}">
                <a16:creationId xmlns:a16="http://schemas.microsoft.com/office/drawing/2014/main" id="{F95CA429-F668-43CB-B1F6-A9C08F07F983}"/>
              </a:ext>
            </a:extLst>
          </p:cNvPr>
          <p:cNvSpPr>
            <a:spLocks noGrp="1"/>
          </p:cNvSpPr>
          <p:nvPr>
            <p:ph type="body" sz="quarter" idx="14"/>
          </p:nvPr>
        </p:nvSpPr>
        <p:spPr>
          <a:xfrm>
            <a:off x="504431" y="6206"/>
            <a:ext cx="11183138" cy="3949987"/>
          </a:xfrm>
        </p:spPr>
        <p:txBody>
          <a:bodyPr>
            <a:noAutofit/>
          </a:bodyPr>
          <a:lstStyle/>
          <a:p>
            <a:pPr algn="just">
              <a:lnSpc>
                <a:spcPct val="150000"/>
              </a:lnSpc>
            </a:pPr>
            <a:r>
              <a:rPr lang="en-US" sz="2000" dirty="0"/>
              <a:t>Managing money wisely is a challenge for many individuals and businesses. Our project, </a:t>
            </a:r>
            <a:r>
              <a:rPr lang="en-US" sz="2000" b="1" dirty="0"/>
              <a:t>Budget Wise – an AI-Based Expense Forecasting Tool</a:t>
            </a:r>
            <a:r>
              <a:rPr lang="en-US" sz="2000" dirty="0"/>
              <a:t>, aims to simplify financial planning by using Artificial Intelligence to analyze past spending habits and predict future expenses. By understanding how and where money is spent, the system helps users create smarter budgets, avoid overspending, and make informed financial decisions. With personalized insights and predictions, Budget</a:t>
            </a:r>
          </a:p>
        </p:txBody>
      </p:sp>
    </p:spTree>
    <p:extLst>
      <p:ext uri="{BB962C8B-B14F-4D97-AF65-F5344CB8AC3E}">
        <p14:creationId xmlns:p14="http://schemas.microsoft.com/office/powerpoint/2010/main" val="78009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4E8F-2D23-4DA1-95F8-B758F6D3C8F9}"/>
              </a:ext>
            </a:extLst>
          </p:cNvPr>
          <p:cNvSpPr>
            <a:spLocks noGrp="1"/>
          </p:cNvSpPr>
          <p:nvPr>
            <p:ph type="title"/>
          </p:nvPr>
        </p:nvSpPr>
        <p:spPr>
          <a:xfrm>
            <a:off x="550864" y="862805"/>
            <a:ext cx="4921250" cy="1258589"/>
          </a:xfrm>
        </p:spPr>
        <p:txBody>
          <a:bodyPr/>
          <a:lstStyle/>
          <a:p>
            <a:r>
              <a:rPr lang="en-US" dirty="0"/>
              <a:t>INTRODUCTION</a:t>
            </a:r>
          </a:p>
        </p:txBody>
      </p:sp>
      <p:sp>
        <p:nvSpPr>
          <p:cNvPr id="6" name="Text Placeholder 5">
            <a:extLst>
              <a:ext uri="{FF2B5EF4-FFF2-40B4-BE49-F238E27FC236}">
                <a16:creationId xmlns:a16="http://schemas.microsoft.com/office/drawing/2014/main" id="{FA7D6E7D-019F-4C81-AB67-977ED710707D}"/>
              </a:ext>
            </a:extLst>
          </p:cNvPr>
          <p:cNvSpPr>
            <a:spLocks noGrp="1"/>
          </p:cNvSpPr>
          <p:nvPr>
            <p:ph type="body" sz="quarter" idx="10"/>
          </p:nvPr>
        </p:nvSpPr>
        <p:spPr>
          <a:xfrm>
            <a:off x="550863" y="2462640"/>
            <a:ext cx="4633913" cy="2913063"/>
          </a:xfrm>
        </p:spPr>
        <p:txBody>
          <a:bodyPr>
            <a:no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bg2">
                    <a:lumMod val="25000"/>
                  </a:schemeClr>
                </a:solidFill>
                <a:latin typeface="Arial" panose="020B0604020202020204" pitchFamily="34" charset="0"/>
              </a:rPr>
              <a:t>An </a:t>
            </a:r>
            <a:r>
              <a:rPr lang="en-US" altLang="en-US" sz="1600" b="1" dirty="0">
                <a:solidFill>
                  <a:schemeClr val="bg2">
                    <a:lumMod val="25000"/>
                  </a:schemeClr>
                </a:solidFill>
                <a:latin typeface="Arial" panose="020B0604020202020204" pitchFamily="34" charset="0"/>
              </a:rPr>
              <a:t>AI-Based Expense Forecasting Tool</a:t>
            </a:r>
            <a:r>
              <a:rPr lang="en-US" altLang="en-US" sz="1600" dirty="0">
                <a:solidFill>
                  <a:schemeClr val="bg2">
                    <a:lumMod val="25000"/>
                  </a:schemeClr>
                </a:solidFill>
                <a:latin typeface="Arial" panose="020B0604020202020204" pitchFamily="34" charset="0"/>
              </a:rPr>
              <a:t> is a smart system that uses </a:t>
            </a:r>
            <a:r>
              <a:rPr lang="en-US" altLang="en-US" sz="1600" b="1" dirty="0">
                <a:solidFill>
                  <a:schemeClr val="bg2">
                    <a:lumMod val="25000"/>
                  </a:schemeClr>
                </a:solidFill>
                <a:latin typeface="Arial" panose="020B0604020202020204" pitchFamily="34" charset="0"/>
              </a:rPr>
              <a:t>Artificial Intelligence</a:t>
            </a:r>
            <a:r>
              <a:rPr lang="en-US" altLang="en-US" sz="1600" dirty="0">
                <a:solidFill>
                  <a:schemeClr val="bg2">
                    <a:lumMod val="25000"/>
                  </a:schemeClr>
                </a:solidFill>
                <a:latin typeface="Arial" panose="020B0604020202020204" pitchFamily="34" charset="0"/>
              </a:rPr>
              <a:t> to </a:t>
            </a:r>
            <a:r>
              <a:rPr lang="en-US" altLang="en-US" sz="1600" b="1" dirty="0">
                <a:solidFill>
                  <a:schemeClr val="bg2">
                    <a:lumMod val="25000"/>
                  </a:schemeClr>
                </a:solidFill>
                <a:latin typeface="Arial" panose="020B0604020202020204" pitchFamily="34" charset="0"/>
              </a:rPr>
              <a:t>analyze past spending patterns</a:t>
            </a:r>
            <a:r>
              <a:rPr lang="en-US" altLang="en-US" sz="1600" dirty="0">
                <a:solidFill>
                  <a:schemeClr val="bg2">
                    <a:lumMod val="25000"/>
                  </a:schemeClr>
                </a:solidFill>
                <a:latin typeface="Arial" panose="020B0604020202020204" pitchFamily="34" charset="0"/>
              </a:rPr>
              <a:t> and </a:t>
            </a:r>
            <a:r>
              <a:rPr lang="en-US" altLang="en-US" sz="1600" b="1" dirty="0">
                <a:solidFill>
                  <a:schemeClr val="bg2">
                    <a:lumMod val="25000"/>
                  </a:schemeClr>
                </a:solidFill>
                <a:latin typeface="Arial" panose="020B0604020202020204" pitchFamily="34" charset="0"/>
              </a:rPr>
              <a:t>predict future expenses</a:t>
            </a:r>
            <a:r>
              <a:rPr lang="en-US" altLang="en-US" sz="1600" dirty="0">
                <a:solidFill>
                  <a:schemeClr val="bg2">
                    <a:lumMod val="25000"/>
                  </a:schemeClr>
                </a:solidFill>
                <a:latin typeface="Arial" panose="020B0604020202020204" pitchFamily="34" charset="0"/>
              </a:rPr>
              <a:t>.</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600" dirty="0">
                <a:solidFill>
                  <a:schemeClr val="bg2">
                    <a:lumMod val="25000"/>
                  </a:schemeClr>
                </a:solidFill>
              </a:rPr>
              <a:t>It goes through all your old spending records – how much you spent on groceries, bills, fun stuff, etc.</a:t>
            </a:r>
          </a:p>
          <a:p>
            <a:pPr marL="285750" indent="-285750" algn="just">
              <a:lnSpc>
                <a:spcPct val="150000"/>
              </a:lnSpc>
              <a:buFont typeface="Arial" panose="020B0604020202020204" pitchFamily="34" charset="0"/>
              <a:buChar char="•"/>
            </a:pPr>
            <a:r>
              <a:rPr lang="en-US" sz="1600" dirty="0">
                <a:solidFill>
                  <a:schemeClr val="bg2">
                    <a:lumMod val="25000"/>
                  </a:schemeClr>
                </a:solidFill>
              </a:rPr>
              <a:t>Both individuals (like you!) and businesses can use it to manage their money better.</a:t>
            </a:r>
            <a:endParaRPr lang="en-US" altLang="en-US" sz="1600" dirty="0">
              <a:solidFill>
                <a:schemeClr val="bg2">
                  <a:lumMod val="25000"/>
                </a:schemeClr>
              </a:solidFill>
              <a:latin typeface="Arial" panose="020B0604020202020204" pitchFamily="34" charset="0"/>
            </a:endParaRPr>
          </a:p>
        </p:txBody>
      </p:sp>
      <p:pic>
        <p:nvPicPr>
          <p:cNvPr id="1028" name="Picture 4" descr="Expense forecasting analysis ar generative ai | Premium AI-generated image">
            <a:extLst>
              <a:ext uri="{FF2B5EF4-FFF2-40B4-BE49-F238E27FC236}">
                <a16:creationId xmlns:a16="http://schemas.microsoft.com/office/drawing/2014/main" id="{A1BB657E-3973-16FA-59A3-2DB9DE45A5F7}"/>
              </a:ext>
            </a:extLst>
          </p:cNvPr>
          <p:cNvPicPr>
            <a:picLocks noGrp="1" noChangeAspect="1" noChangeArrowheads="1"/>
          </p:cNvPicPr>
          <p:nvPr>
            <p:ph type="pic" sz="quarter" idx="11"/>
          </p:nvPr>
        </p:nvPicPr>
        <p:blipFill>
          <a:blip r:embed="rId2">
            <a:extLst>
              <a:ext uri="{28A0092B-C50C-407E-A947-70E740481C1C}">
                <a14:useLocalDpi xmlns:a14="http://schemas.microsoft.com/office/drawing/2010/main" val="0"/>
              </a:ext>
            </a:extLst>
          </a:blip>
          <a:srcRect l="16704" r="16704"/>
          <a:stretch>
            <a:fillRect/>
          </a:stretch>
        </p:blipFill>
        <p:spPr bwMode="auto">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01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5D4720F-D621-45A7-806A-D71ED5889E6C}"/>
              </a:ext>
            </a:extLst>
          </p:cNvPr>
          <p:cNvSpPr>
            <a:spLocks noGrp="1"/>
          </p:cNvSpPr>
          <p:nvPr>
            <p:ph type="title"/>
          </p:nvPr>
        </p:nvSpPr>
        <p:spPr/>
        <p:txBody>
          <a:bodyPr/>
          <a:lstStyle/>
          <a:p>
            <a:r>
              <a:rPr lang="en-US" dirty="0"/>
              <a:t>PROBLEM STATEMENT</a:t>
            </a:r>
          </a:p>
        </p:txBody>
      </p:sp>
      <p:sp>
        <p:nvSpPr>
          <p:cNvPr id="2" name="TextBox 1">
            <a:extLst>
              <a:ext uri="{FF2B5EF4-FFF2-40B4-BE49-F238E27FC236}">
                <a16:creationId xmlns:a16="http://schemas.microsoft.com/office/drawing/2014/main" id="{32C66A9A-744A-2092-B5C1-CD6C4BCF5295}"/>
              </a:ext>
            </a:extLst>
          </p:cNvPr>
          <p:cNvSpPr txBox="1"/>
          <p:nvPr/>
        </p:nvSpPr>
        <p:spPr>
          <a:xfrm>
            <a:off x="953729" y="2831363"/>
            <a:ext cx="10087897" cy="32778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Struggle with Budgeting:</a:t>
            </a:r>
            <a:r>
              <a:rPr lang="en-US" dirty="0">
                <a:solidFill>
                  <a:schemeClr val="tx2">
                    <a:lumMod val="90000"/>
                    <a:lumOff val="10000"/>
                  </a:schemeClr>
                </a:solidFill>
              </a:rPr>
              <a:t> Many find it hard to create and stick to budgets because they can't predict future spending. This leads to overspending and financial stress.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Manual Tracking Issues:</a:t>
            </a:r>
            <a:r>
              <a:rPr lang="en-US" dirty="0">
                <a:solidFill>
                  <a:schemeClr val="tx2">
                    <a:lumMod val="90000"/>
                    <a:lumOff val="10000"/>
                  </a:schemeClr>
                </a:solidFill>
              </a:rPr>
              <a:t> Recording expenses by hand is slow, error-prone, and often incomplete. It wastes time and gives an unclear picture of finances.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No Smart Forecasting:</a:t>
            </a:r>
            <a:r>
              <a:rPr lang="en-US" dirty="0">
                <a:solidFill>
                  <a:schemeClr val="tx2">
                    <a:lumMod val="90000"/>
                    <a:lumOff val="10000"/>
                  </a:schemeClr>
                </a:solidFill>
              </a:rPr>
              <a:t> Existing tools don't intelligently predict future costs based on spending habits. This leaves financial planning reactive instead of proactive.</a:t>
            </a:r>
          </a:p>
          <a:p>
            <a:pPr marL="285750" indent="-285750" algn="just">
              <a:lnSpc>
                <a:spcPct val="150000"/>
              </a:lnSpc>
              <a:buFont typeface="Arial" panose="020B0604020202020204" pitchFamily="34" charset="0"/>
              <a:buChar char="•"/>
            </a:pPr>
            <a:endParaRPr lang="en-IN" dirty="0">
              <a:solidFill>
                <a:schemeClr val="tx2">
                  <a:lumMod val="90000"/>
                  <a:lumOff val="10000"/>
                </a:schemeClr>
              </a:solidFill>
            </a:endParaRPr>
          </a:p>
          <a:p>
            <a:endParaRPr lang="en-IN" dirty="0">
              <a:solidFill>
                <a:schemeClr val="tx2">
                  <a:lumMod val="90000"/>
                  <a:lumOff val="10000"/>
                </a:schemeClr>
              </a:solidFill>
            </a:endParaRPr>
          </a:p>
        </p:txBody>
      </p:sp>
    </p:spTree>
    <p:extLst>
      <p:ext uri="{BB962C8B-B14F-4D97-AF65-F5344CB8AC3E}">
        <p14:creationId xmlns:p14="http://schemas.microsoft.com/office/powerpoint/2010/main" val="412362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A73E0-677B-2375-79A2-D32963CD3B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204156-2029-2821-2E0D-D16CA6841BE8}"/>
              </a:ext>
            </a:extLst>
          </p:cNvPr>
          <p:cNvSpPr>
            <a:spLocks noGrp="1"/>
          </p:cNvSpPr>
          <p:nvPr>
            <p:ph type="title"/>
          </p:nvPr>
        </p:nvSpPr>
        <p:spPr/>
        <p:txBody>
          <a:bodyPr/>
          <a:lstStyle/>
          <a:p>
            <a:r>
              <a:rPr lang="en-IN" dirty="0"/>
              <a:t>OUR SOLUTION</a:t>
            </a:r>
          </a:p>
        </p:txBody>
      </p:sp>
      <p:pic>
        <p:nvPicPr>
          <p:cNvPr id="10" name="Picture 9">
            <a:extLst>
              <a:ext uri="{FF2B5EF4-FFF2-40B4-BE49-F238E27FC236}">
                <a16:creationId xmlns:a16="http://schemas.microsoft.com/office/drawing/2014/main" id="{7F2993A4-2A18-D697-81D7-7E5CAC774184}"/>
              </a:ext>
            </a:extLst>
          </p:cNvPr>
          <p:cNvPicPr>
            <a:picLocks noChangeAspect="1"/>
          </p:cNvPicPr>
          <p:nvPr/>
        </p:nvPicPr>
        <p:blipFill>
          <a:blip r:embed="rId3"/>
          <a:stretch>
            <a:fillRect/>
          </a:stretch>
        </p:blipFill>
        <p:spPr>
          <a:xfrm>
            <a:off x="26311" y="1740158"/>
            <a:ext cx="3173649" cy="48835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B41A011A-2AA5-9FC7-F68B-A1D43F101E18}"/>
              </a:ext>
            </a:extLst>
          </p:cNvPr>
          <p:cNvPicPr>
            <a:picLocks noChangeAspect="1"/>
          </p:cNvPicPr>
          <p:nvPr/>
        </p:nvPicPr>
        <p:blipFill>
          <a:blip r:embed="rId4"/>
          <a:stretch>
            <a:fillRect/>
          </a:stretch>
        </p:blipFill>
        <p:spPr>
          <a:xfrm>
            <a:off x="7397043" y="0"/>
            <a:ext cx="4680156" cy="686471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4" name="Picture 13">
            <a:extLst>
              <a:ext uri="{FF2B5EF4-FFF2-40B4-BE49-F238E27FC236}">
                <a16:creationId xmlns:a16="http://schemas.microsoft.com/office/drawing/2014/main" id="{72E19A0A-169C-8AE1-43C8-3119B0944F29}"/>
              </a:ext>
            </a:extLst>
          </p:cNvPr>
          <p:cNvPicPr>
            <a:picLocks noChangeAspect="1"/>
          </p:cNvPicPr>
          <p:nvPr/>
        </p:nvPicPr>
        <p:blipFill>
          <a:blip r:embed="rId5"/>
          <a:stretch>
            <a:fillRect/>
          </a:stretch>
        </p:blipFill>
        <p:spPr>
          <a:xfrm>
            <a:off x="3355276" y="1860641"/>
            <a:ext cx="3725949" cy="46426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11814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F5A61-1D24-4EDB-9923-7F46ECB49CDF}"/>
              </a:ext>
            </a:extLst>
          </p:cNvPr>
          <p:cNvSpPr>
            <a:spLocks noGrp="1"/>
          </p:cNvSpPr>
          <p:nvPr>
            <p:ph type="title"/>
          </p:nvPr>
        </p:nvSpPr>
        <p:spPr/>
        <p:txBody>
          <a:bodyPr/>
          <a:lstStyle/>
          <a:p>
            <a:r>
              <a:rPr lang="en-US" dirty="0"/>
              <a:t>METHODOLOGY</a:t>
            </a:r>
          </a:p>
        </p:txBody>
      </p:sp>
      <p:sp>
        <p:nvSpPr>
          <p:cNvPr id="5" name="Footer Placeholder 4">
            <a:extLst>
              <a:ext uri="{FF2B5EF4-FFF2-40B4-BE49-F238E27FC236}">
                <a16:creationId xmlns:a16="http://schemas.microsoft.com/office/drawing/2014/main" id="{5FCF6C37-DA62-4D45-B486-D70537E82B2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94C4641-CC77-403F-8882-BCCBDA89C334}"/>
              </a:ext>
            </a:extLst>
          </p:cNvPr>
          <p:cNvSpPr>
            <a:spLocks noGrp="1"/>
          </p:cNvSpPr>
          <p:nvPr>
            <p:ph type="sldNum" sz="quarter" idx="12"/>
          </p:nvPr>
        </p:nvSpPr>
        <p:spPr/>
        <p:txBody>
          <a:bodyPr/>
          <a:lstStyle/>
          <a:p>
            <a:pPr lvl="0"/>
            <a:fld id="{73B850FF-6169-4056-8077-06FFA93A5366}" type="slidenum">
              <a:rPr lang="en-US" noProof="0" smtClean="0"/>
              <a:pPr lvl="0"/>
              <a:t>7</a:t>
            </a:fld>
            <a:endParaRPr lang="en-US" noProof="0" dirty="0"/>
          </a:p>
        </p:txBody>
      </p:sp>
      <p:sp>
        <p:nvSpPr>
          <p:cNvPr id="2" name="TextBox 1">
            <a:extLst>
              <a:ext uri="{FF2B5EF4-FFF2-40B4-BE49-F238E27FC236}">
                <a16:creationId xmlns:a16="http://schemas.microsoft.com/office/drawing/2014/main" id="{834C8859-A856-23AD-846D-218B73766835}"/>
              </a:ext>
            </a:extLst>
          </p:cNvPr>
          <p:cNvSpPr txBox="1"/>
          <p:nvPr/>
        </p:nvSpPr>
        <p:spPr>
          <a:xfrm>
            <a:off x="1128252" y="2333685"/>
            <a:ext cx="1022554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solidFill>
                  <a:schemeClr val="tx2">
                    <a:lumMod val="90000"/>
                    <a:lumOff val="10000"/>
                  </a:schemeClr>
                </a:solidFill>
              </a:rPr>
              <a:t>Data Collection:</a:t>
            </a:r>
          </a:p>
          <a:p>
            <a:pPr algn="just"/>
            <a:r>
              <a:rPr lang="en-US" b="1" dirty="0">
                <a:solidFill>
                  <a:schemeClr val="tx2">
                    <a:lumMod val="90000"/>
                    <a:lumOff val="10000"/>
                  </a:schemeClr>
                </a:solidFill>
              </a:rPr>
              <a:t>	</a:t>
            </a:r>
            <a:r>
              <a:rPr lang="en-US" dirty="0">
                <a:solidFill>
                  <a:schemeClr val="tx2">
                    <a:lumMod val="90000"/>
                    <a:lumOff val="10000"/>
                  </a:schemeClr>
                </a:solidFill>
              </a:rPr>
              <a:t>Acquire personal finance expense dataset from reliable sources (e.g., Kaggle).</a:t>
            </a:r>
          </a:p>
          <a:p>
            <a:pPr marL="285750" indent="-285750" algn="just">
              <a:buFont typeface="Arial" panose="020B0604020202020204" pitchFamily="34" charset="0"/>
              <a:buChar char="•"/>
            </a:pPr>
            <a:r>
              <a:rPr lang="en-US" b="1" dirty="0">
                <a:solidFill>
                  <a:schemeClr val="tx2">
                    <a:lumMod val="90000"/>
                    <a:lumOff val="10000"/>
                  </a:schemeClr>
                </a:solidFill>
              </a:rPr>
              <a:t>Data Preprocessing:</a:t>
            </a:r>
            <a:endParaRPr lang="en-US" dirty="0">
              <a:solidFill>
                <a:schemeClr val="tx2">
                  <a:lumMod val="90000"/>
                  <a:lumOff val="10000"/>
                </a:schemeClr>
              </a:solidFill>
            </a:endParaRPr>
          </a:p>
          <a:p>
            <a:pPr lvl="1" algn="just"/>
            <a:r>
              <a:rPr lang="en-US" dirty="0">
                <a:solidFill>
                  <a:schemeClr val="tx2">
                    <a:lumMod val="90000"/>
                    <a:lumOff val="10000"/>
                  </a:schemeClr>
                </a:solidFill>
              </a:rPr>
              <a:t>	Clean missing values, format date and category fields, and normalize data.</a:t>
            </a:r>
          </a:p>
          <a:p>
            <a:pPr marL="285750" indent="-285750" algn="just">
              <a:buFont typeface="Arial" panose="020B0604020202020204" pitchFamily="34" charset="0"/>
              <a:buChar char="•"/>
            </a:pPr>
            <a:r>
              <a:rPr lang="en-US" b="1" dirty="0">
                <a:solidFill>
                  <a:schemeClr val="tx2">
                    <a:lumMod val="90000"/>
                    <a:lumOff val="10000"/>
                  </a:schemeClr>
                </a:solidFill>
              </a:rPr>
              <a:t>Feature Engineering:</a:t>
            </a:r>
            <a:endParaRPr lang="en-US" dirty="0">
              <a:solidFill>
                <a:schemeClr val="tx2">
                  <a:lumMod val="90000"/>
                  <a:lumOff val="10000"/>
                </a:schemeClr>
              </a:solidFill>
            </a:endParaRPr>
          </a:p>
          <a:p>
            <a:pPr lvl="1" algn="just"/>
            <a:r>
              <a:rPr lang="en-US" dirty="0">
                <a:solidFill>
                  <a:schemeClr val="tx2">
                    <a:lumMod val="90000"/>
                    <a:lumOff val="10000"/>
                  </a:schemeClr>
                </a:solidFill>
              </a:rPr>
              <a:t>	Extract key features such as monthly totals, category averages, and trends.</a:t>
            </a:r>
          </a:p>
          <a:p>
            <a:pPr marL="285750" indent="-285750" algn="just">
              <a:buFont typeface="Arial" panose="020B0604020202020204" pitchFamily="34" charset="0"/>
              <a:buChar char="•"/>
            </a:pPr>
            <a:r>
              <a:rPr lang="en-US" b="1" dirty="0">
                <a:solidFill>
                  <a:schemeClr val="tx2">
                    <a:lumMod val="90000"/>
                    <a:lumOff val="10000"/>
                  </a:schemeClr>
                </a:solidFill>
              </a:rPr>
              <a:t>Model Development:</a:t>
            </a:r>
            <a:endParaRPr lang="en-US" dirty="0">
              <a:solidFill>
                <a:schemeClr val="tx2">
                  <a:lumMod val="90000"/>
                  <a:lumOff val="10000"/>
                </a:schemeClr>
              </a:solidFill>
            </a:endParaRPr>
          </a:p>
          <a:p>
            <a:pPr lvl="1" algn="just"/>
            <a:r>
              <a:rPr lang="en-US" dirty="0">
                <a:solidFill>
                  <a:schemeClr val="tx2">
                    <a:lumMod val="90000"/>
                    <a:lumOff val="10000"/>
                  </a:schemeClr>
                </a:solidFill>
              </a:rPr>
              <a:t>	Train AI/ML models (e.g., Linear Regression, LSTM, or Prophet) for expense forecasting.</a:t>
            </a:r>
          </a:p>
          <a:p>
            <a:pPr marL="285750" indent="-285750" algn="just">
              <a:buFont typeface="Arial" panose="020B0604020202020204" pitchFamily="34" charset="0"/>
              <a:buChar char="•"/>
            </a:pPr>
            <a:r>
              <a:rPr lang="en-US" b="1" dirty="0">
                <a:solidFill>
                  <a:schemeClr val="tx2">
                    <a:lumMod val="90000"/>
                    <a:lumOff val="10000"/>
                  </a:schemeClr>
                </a:solidFill>
              </a:rPr>
              <a:t>Budget Categorization:</a:t>
            </a:r>
            <a:endParaRPr lang="en-US" dirty="0">
              <a:solidFill>
                <a:schemeClr val="tx2">
                  <a:lumMod val="90000"/>
                  <a:lumOff val="10000"/>
                </a:schemeClr>
              </a:solidFill>
            </a:endParaRPr>
          </a:p>
          <a:p>
            <a:pPr lvl="1" algn="just"/>
            <a:r>
              <a:rPr lang="en-US" dirty="0">
                <a:solidFill>
                  <a:schemeClr val="tx2">
                    <a:lumMod val="90000"/>
                    <a:lumOff val="10000"/>
                  </a:schemeClr>
                </a:solidFill>
              </a:rPr>
              <a:t>	Divide expenses into user-defined categories (Food, Travel, Bills, etc.) and compare with budget limits.</a:t>
            </a:r>
          </a:p>
          <a:p>
            <a:pPr marL="285750" indent="-285750" algn="just">
              <a:buFont typeface="Arial" panose="020B0604020202020204" pitchFamily="34" charset="0"/>
              <a:buChar char="•"/>
            </a:pPr>
            <a:r>
              <a:rPr lang="en-US" b="1" dirty="0">
                <a:solidFill>
                  <a:schemeClr val="tx2">
                    <a:lumMod val="90000"/>
                    <a:lumOff val="10000"/>
                  </a:schemeClr>
                </a:solidFill>
              </a:rPr>
              <a:t>Visualization &amp; Insights:</a:t>
            </a:r>
            <a:endParaRPr lang="en-US" dirty="0">
              <a:solidFill>
                <a:schemeClr val="tx2">
                  <a:lumMod val="90000"/>
                  <a:lumOff val="10000"/>
                </a:schemeClr>
              </a:solidFill>
            </a:endParaRPr>
          </a:p>
          <a:p>
            <a:pPr lvl="1" algn="just"/>
            <a:r>
              <a:rPr lang="en-US" dirty="0">
                <a:solidFill>
                  <a:schemeClr val="tx2">
                    <a:lumMod val="90000"/>
                    <a:lumOff val="10000"/>
                  </a:schemeClr>
                </a:solidFill>
              </a:rPr>
              <a:t>	Generate graphs showing past and predicted expenses for smarter financial planning.</a:t>
            </a:r>
          </a:p>
          <a:p>
            <a:pPr marL="285750" indent="-285750" algn="just">
              <a:buFont typeface="Arial" panose="020B0604020202020204" pitchFamily="34" charset="0"/>
              <a:buChar char="•"/>
            </a:pPr>
            <a:r>
              <a:rPr lang="en-US" b="1" dirty="0">
                <a:solidFill>
                  <a:schemeClr val="tx2">
                    <a:lumMod val="90000"/>
                    <a:lumOff val="10000"/>
                  </a:schemeClr>
                </a:solidFill>
              </a:rPr>
              <a:t>User Interface:</a:t>
            </a:r>
            <a:endParaRPr lang="en-US" dirty="0">
              <a:solidFill>
                <a:schemeClr val="tx2">
                  <a:lumMod val="90000"/>
                  <a:lumOff val="10000"/>
                </a:schemeClr>
              </a:solidFill>
            </a:endParaRPr>
          </a:p>
          <a:p>
            <a:pPr lvl="1" algn="just"/>
            <a:r>
              <a:rPr lang="en-US" dirty="0">
                <a:solidFill>
                  <a:schemeClr val="tx2">
                    <a:lumMod val="90000"/>
                    <a:lumOff val="10000"/>
                  </a:schemeClr>
                </a:solidFill>
              </a:rPr>
              <a:t>	Design an interactive dashboard or tool for visualization and input.</a:t>
            </a:r>
            <a:endParaRPr lang="en-US" altLang="en-US" dirty="0">
              <a:solidFill>
                <a:schemeClr val="tx2">
                  <a:lumMod val="90000"/>
                  <a:lumOff val="10000"/>
                </a:schemeClr>
              </a:solidFill>
              <a:latin typeface="Arial" panose="020B0604020202020204" pitchFamily="34" charset="0"/>
            </a:endParaRPr>
          </a:p>
          <a:p>
            <a:pPr marL="285750" indent="-285750" algn="just">
              <a:buFont typeface="Arial" panose="020B0604020202020204" pitchFamily="34" charset="0"/>
              <a:buChar char="•"/>
            </a:pPr>
            <a:endParaRPr lang="en-IN" dirty="0">
              <a:solidFill>
                <a:schemeClr val="tx2">
                  <a:lumMod val="90000"/>
                  <a:lumOff val="10000"/>
                </a:schemeClr>
              </a:solidFill>
            </a:endParaRPr>
          </a:p>
        </p:txBody>
      </p:sp>
    </p:spTree>
    <p:extLst>
      <p:ext uri="{BB962C8B-B14F-4D97-AF65-F5344CB8AC3E}">
        <p14:creationId xmlns:p14="http://schemas.microsoft.com/office/powerpoint/2010/main" val="113731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xpense forecasting analysis ar generative ai | Premium AI-generated image">
            <a:extLst>
              <a:ext uri="{FF2B5EF4-FFF2-40B4-BE49-F238E27FC236}">
                <a16:creationId xmlns:a16="http://schemas.microsoft.com/office/drawing/2014/main" id="{429C9A20-32AE-DE91-4F73-8D545EA07F4F}"/>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t="7768" b="7768"/>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26" name="Title 25">
            <a:extLst>
              <a:ext uri="{FF2B5EF4-FFF2-40B4-BE49-F238E27FC236}">
                <a16:creationId xmlns:a16="http://schemas.microsoft.com/office/drawing/2014/main" id="{D85D0586-45E7-469A-A379-62E46DDBFC5B}"/>
              </a:ext>
            </a:extLst>
          </p:cNvPr>
          <p:cNvSpPr>
            <a:spLocks noGrp="1"/>
          </p:cNvSpPr>
          <p:nvPr>
            <p:ph type="title"/>
          </p:nvPr>
        </p:nvSpPr>
        <p:spPr/>
        <p:txBody>
          <a:bodyPr/>
          <a:lstStyle/>
          <a:p>
            <a:pPr lvl="0"/>
            <a:r>
              <a:rPr lang="en-US" noProof="0" dirty="0"/>
              <a:t>The way to get</a:t>
            </a:r>
            <a:br>
              <a:rPr lang="en-US" noProof="0" dirty="0"/>
            </a:br>
            <a:r>
              <a:rPr lang="en-US" noProof="0" dirty="0"/>
              <a:t>started is to quit</a:t>
            </a:r>
            <a:br>
              <a:rPr lang="en-US" noProof="0" dirty="0"/>
            </a:br>
            <a:r>
              <a:rPr lang="en-US" noProof="0" dirty="0"/>
              <a:t>talking and</a:t>
            </a:r>
            <a:br>
              <a:rPr lang="en-US" noProof="0" dirty="0"/>
            </a:br>
            <a:r>
              <a:rPr lang="en-US" noProof="0" dirty="0"/>
              <a:t>begin doing.</a:t>
            </a:r>
            <a:endParaRPr lang="en-US" dirty="0"/>
          </a:p>
        </p:txBody>
      </p:sp>
      <p:sp>
        <p:nvSpPr>
          <p:cNvPr id="5" name="Subtitle 4">
            <a:extLst>
              <a:ext uri="{FF2B5EF4-FFF2-40B4-BE49-F238E27FC236}">
                <a16:creationId xmlns:a16="http://schemas.microsoft.com/office/drawing/2014/main" id="{2E48E894-8343-4D22-9011-9F2725E9557B}"/>
              </a:ext>
            </a:extLst>
          </p:cNvPr>
          <p:cNvSpPr>
            <a:spLocks noGrp="1"/>
          </p:cNvSpPr>
          <p:nvPr>
            <p:ph type="subTitle" idx="1"/>
          </p:nvPr>
        </p:nvSpPr>
        <p:spPr/>
        <p:txBody>
          <a:bodyPr>
            <a:normAutofit lnSpcReduction="10000"/>
          </a:bodyPr>
          <a:lstStyle/>
          <a:p>
            <a:r>
              <a:rPr lang="en-US" dirty="0"/>
              <a:t>Walt Disney</a:t>
            </a:r>
          </a:p>
        </p:txBody>
      </p:sp>
      <p:sp>
        <p:nvSpPr>
          <p:cNvPr id="6" name="TextBox 5">
            <a:extLst>
              <a:ext uri="{FF2B5EF4-FFF2-40B4-BE49-F238E27FC236}">
                <a16:creationId xmlns:a16="http://schemas.microsoft.com/office/drawing/2014/main" id="{B9ABE52E-7D7D-11C0-189A-8CA2142B4456}"/>
              </a:ext>
            </a:extLst>
          </p:cNvPr>
          <p:cNvSpPr txBox="1"/>
          <p:nvPr/>
        </p:nvSpPr>
        <p:spPr>
          <a:xfrm>
            <a:off x="2184707" y="865762"/>
            <a:ext cx="6479458" cy="1754326"/>
          </a:xfrm>
          <a:prstGeom prst="rect">
            <a:avLst/>
          </a:prstGeom>
          <a:noFill/>
        </p:spPr>
        <p:txBody>
          <a:bodyPr wrap="square" rtlCol="0">
            <a:spAutoFit/>
          </a:bodyPr>
          <a:lstStyle/>
          <a:p>
            <a:pPr algn="ctr"/>
            <a:r>
              <a:rPr lang="en-IN" sz="5400" b="1" dirty="0">
                <a:solidFill>
                  <a:schemeClr val="tx2">
                    <a:lumMod val="90000"/>
                    <a:lumOff val="10000"/>
                  </a:schemeClr>
                </a:solidFill>
              </a:rPr>
              <a:t>TARGET USERS &amp; USE CASES</a:t>
            </a:r>
          </a:p>
        </p:txBody>
      </p:sp>
    </p:spTree>
    <p:extLst>
      <p:ext uri="{BB962C8B-B14F-4D97-AF65-F5344CB8AC3E}">
        <p14:creationId xmlns:p14="http://schemas.microsoft.com/office/powerpoint/2010/main" val="253448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3F4FAA0-A36D-CCAB-0071-E8CB08A6CACC}"/>
              </a:ext>
            </a:extLst>
          </p:cNvPr>
          <p:cNvSpPr>
            <a:spLocks noGrp="1"/>
          </p:cNvSpPr>
          <p:nvPr>
            <p:ph type="body" sz="quarter" idx="13"/>
          </p:nvPr>
        </p:nvSpPr>
        <p:spPr>
          <a:xfrm>
            <a:off x="1098755" y="759487"/>
            <a:ext cx="10609006" cy="3529013"/>
          </a:xfrm>
        </p:spPr>
        <p:txBody>
          <a:bodyPr>
            <a:noAutofit/>
          </a:bodyPr>
          <a:lstStyle/>
          <a:p>
            <a:pPr marL="0" indent="0">
              <a:lnSpc>
                <a:spcPct val="170000"/>
              </a:lnSpc>
              <a:buNone/>
            </a:pPr>
            <a:r>
              <a:rPr lang="en-US" sz="2000" b="1" dirty="0">
                <a:solidFill>
                  <a:schemeClr val="tx2">
                    <a:lumMod val="90000"/>
                    <a:lumOff val="10000"/>
                  </a:schemeClr>
                </a:solidFill>
              </a:rPr>
              <a:t>Target Users</a:t>
            </a:r>
            <a:br>
              <a:rPr lang="en-US" sz="2000" dirty="0">
                <a:solidFill>
                  <a:schemeClr val="tx2">
                    <a:lumMod val="90000"/>
                    <a:lumOff val="10000"/>
                  </a:schemeClr>
                </a:solidFill>
              </a:rPr>
            </a:br>
            <a:r>
              <a:rPr lang="en-US" sz="2000" dirty="0">
                <a:solidFill>
                  <a:schemeClr val="tx2">
                    <a:lumMod val="90000"/>
                    <a:lumOff val="10000"/>
                  </a:schemeClr>
                </a:solidFill>
              </a:rPr>
              <a:t>Individuals managing personal finances.</a:t>
            </a:r>
            <a:br>
              <a:rPr lang="en-US" sz="2000" dirty="0">
                <a:solidFill>
                  <a:schemeClr val="tx2">
                    <a:lumMod val="90000"/>
                    <a:lumOff val="10000"/>
                  </a:schemeClr>
                </a:solidFill>
              </a:rPr>
            </a:br>
            <a:r>
              <a:rPr lang="en-US" sz="2000" dirty="0">
                <a:solidFill>
                  <a:schemeClr val="tx2">
                    <a:lumMod val="90000"/>
                    <a:lumOff val="10000"/>
                  </a:schemeClr>
                </a:solidFill>
              </a:rPr>
              <a:t>Students and young professionals tracking expenses.</a:t>
            </a:r>
            <a:br>
              <a:rPr lang="en-US" sz="2000" dirty="0">
                <a:solidFill>
                  <a:schemeClr val="tx2">
                    <a:lumMod val="90000"/>
                    <a:lumOff val="10000"/>
                  </a:schemeClr>
                </a:solidFill>
              </a:rPr>
            </a:br>
            <a:r>
              <a:rPr lang="en-US" sz="2000" dirty="0">
                <a:solidFill>
                  <a:schemeClr val="tx2">
                    <a:lumMod val="90000"/>
                    <a:lumOff val="10000"/>
                  </a:schemeClr>
                </a:solidFill>
              </a:rPr>
              <a:t>Families planning monthly budgets.</a:t>
            </a:r>
            <a:br>
              <a:rPr lang="en-US" sz="2000" dirty="0">
                <a:solidFill>
                  <a:schemeClr val="tx2">
                    <a:lumMod val="90000"/>
                    <a:lumOff val="10000"/>
                  </a:schemeClr>
                </a:solidFill>
              </a:rPr>
            </a:br>
            <a:r>
              <a:rPr lang="en-US" sz="2000" dirty="0">
                <a:solidFill>
                  <a:schemeClr val="tx2">
                    <a:lumMod val="90000"/>
                    <a:lumOff val="10000"/>
                  </a:schemeClr>
                </a:solidFill>
              </a:rPr>
              <a:t>Small business owners monitoring cash flow.</a:t>
            </a:r>
            <a:br>
              <a:rPr lang="en-US" sz="2000" dirty="0">
                <a:solidFill>
                  <a:schemeClr val="tx2">
                    <a:lumMod val="90000"/>
                    <a:lumOff val="10000"/>
                  </a:schemeClr>
                </a:solidFill>
              </a:rPr>
            </a:br>
            <a:r>
              <a:rPr lang="en-US" sz="2000" b="1" dirty="0">
                <a:solidFill>
                  <a:schemeClr val="tx2">
                    <a:lumMod val="90000"/>
                    <a:lumOff val="10000"/>
                  </a:schemeClr>
                </a:solidFill>
              </a:rPr>
              <a:t>Use Cases</a:t>
            </a:r>
            <a:br>
              <a:rPr lang="en-US" sz="2000" dirty="0">
                <a:solidFill>
                  <a:schemeClr val="tx2">
                    <a:lumMod val="90000"/>
                    <a:lumOff val="10000"/>
                  </a:schemeClr>
                </a:solidFill>
              </a:rPr>
            </a:br>
            <a:r>
              <a:rPr lang="en-US" sz="2000" dirty="0">
                <a:solidFill>
                  <a:schemeClr val="tx2">
                    <a:lumMod val="90000"/>
                    <a:lumOff val="10000"/>
                  </a:schemeClr>
                </a:solidFill>
              </a:rPr>
              <a:t>Predicting monthly or weekly expenses.</a:t>
            </a:r>
            <a:br>
              <a:rPr lang="en-US" sz="2000" dirty="0">
                <a:solidFill>
                  <a:schemeClr val="tx2">
                    <a:lumMod val="90000"/>
                    <a:lumOff val="10000"/>
                  </a:schemeClr>
                </a:solidFill>
              </a:rPr>
            </a:br>
            <a:r>
              <a:rPr lang="en-US" sz="2000" dirty="0">
                <a:solidFill>
                  <a:schemeClr val="tx2">
                    <a:lumMod val="90000"/>
                    <a:lumOff val="10000"/>
                  </a:schemeClr>
                </a:solidFill>
              </a:rPr>
              <a:t>Generating budget recommendations per category.</a:t>
            </a:r>
            <a:br>
              <a:rPr lang="en-US" sz="2000" dirty="0">
                <a:solidFill>
                  <a:schemeClr val="tx2">
                    <a:lumMod val="90000"/>
                    <a:lumOff val="10000"/>
                  </a:schemeClr>
                </a:solidFill>
              </a:rPr>
            </a:br>
            <a:r>
              <a:rPr lang="en-US" sz="2000" dirty="0">
                <a:solidFill>
                  <a:schemeClr val="tx2">
                    <a:lumMod val="90000"/>
                    <a:lumOff val="10000"/>
                  </a:schemeClr>
                </a:solidFill>
              </a:rPr>
              <a:t>Sending alerts for overspending.</a:t>
            </a:r>
            <a:br>
              <a:rPr lang="en-US" sz="2000" dirty="0">
                <a:solidFill>
                  <a:schemeClr val="tx2">
                    <a:lumMod val="90000"/>
                    <a:lumOff val="10000"/>
                  </a:schemeClr>
                </a:solidFill>
              </a:rPr>
            </a:br>
            <a:r>
              <a:rPr lang="en-US" sz="2000" dirty="0">
                <a:solidFill>
                  <a:schemeClr val="tx2">
                    <a:lumMod val="90000"/>
                    <a:lumOff val="10000"/>
                  </a:schemeClr>
                </a:solidFill>
              </a:rPr>
              <a:t>Analyzing spending trends for better financial decisions.</a:t>
            </a:r>
            <a:br>
              <a:rPr lang="en-US" sz="2000" dirty="0">
                <a:solidFill>
                  <a:schemeClr val="tx2">
                    <a:lumMod val="90000"/>
                    <a:lumOff val="10000"/>
                  </a:schemeClr>
                </a:solidFill>
              </a:rPr>
            </a:br>
            <a:br>
              <a:rPr lang="en-US" altLang="en-US" sz="2000" dirty="0">
                <a:solidFill>
                  <a:schemeClr val="tx2">
                    <a:lumMod val="90000"/>
                    <a:lumOff val="10000"/>
                  </a:schemeClr>
                </a:solidFill>
                <a:latin typeface="Arial" panose="020B0604020202020204" pitchFamily="34" charset="0"/>
              </a:rPr>
            </a:br>
            <a:endParaRPr lang="en-IN" sz="2000" dirty="0"/>
          </a:p>
        </p:txBody>
      </p:sp>
      <p:sp>
        <p:nvSpPr>
          <p:cNvPr id="38" name="Footer Placeholder 6">
            <a:extLst>
              <a:ext uri="{FF2B5EF4-FFF2-40B4-BE49-F238E27FC236}">
                <a16:creationId xmlns:a16="http://schemas.microsoft.com/office/drawing/2014/main" id="{234B3968-2B8A-4B13-B3DE-DDD4BFBBDEA0}"/>
              </a:ext>
            </a:extLst>
          </p:cNvPr>
          <p:cNvSpPr>
            <a:spLocks noGrp="1"/>
          </p:cNvSpPr>
          <p:nvPr>
            <p:ph type="ftr" sz="quarter" idx="11"/>
          </p:nvPr>
        </p:nvSpPr>
        <p:spPr/>
        <p:txBody>
          <a:bodyPr/>
          <a:lstStyle>
            <a:lvl1pPr>
              <a:defRPr/>
            </a:lvl1pPr>
          </a:lstStyle>
          <a:p>
            <a:r>
              <a:rPr lang="en-US" dirty="0"/>
              <a:t>Presentation title</a:t>
            </a:r>
          </a:p>
        </p:txBody>
      </p:sp>
      <p:sp>
        <p:nvSpPr>
          <p:cNvPr id="39" name="Slide Number Placeholder 7">
            <a:extLst>
              <a:ext uri="{FF2B5EF4-FFF2-40B4-BE49-F238E27FC236}">
                <a16:creationId xmlns:a16="http://schemas.microsoft.com/office/drawing/2014/main" id="{DCC26F06-B960-4707-9ED1-8EFB4425583D}"/>
              </a:ext>
            </a:extLst>
          </p:cNvPr>
          <p:cNvSpPr>
            <a:spLocks noGrp="1"/>
          </p:cNvSpPr>
          <p:nvPr>
            <p:ph type="sldNum" sz="quarter" idx="12"/>
          </p:nvPr>
        </p:nvSpPr>
        <p:spPr/>
        <p:txBody>
          <a:bodyPr/>
          <a:lstStyle/>
          <a:p>
            <a:pPr lvl="0"/>
            <a:fld id="{73B850FF-6169-4056-8077-06FFA93A5366}" type="slidenum">
              <a:rPr lang="en-US" noProof="0" smtClean="0"/>
              <a:pPr lvl="0"/>
              <a:t>9</a:t>
            </a:fld>
            <a:endParaRPr lang="en-US" noProof="0" dirty="0"/>
          </a:p>
        </p:txBody>
      </p:sp>
    </p:spTree>
    <p:extLst>
      <p:ext uri="{BB962C8B-B14F-4D97-AF65-F5344CB8AC3E}">
        <p14:creationId xmlns:p14="http://schemas.microsoft.com/office/powerpoint/2010/main" val="2832989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F296-1CCE-3512-AB01-7F57891FC3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A5A7351-35D2-C4D2-7133-34B0D455043C}"/>
              </a:ext>
            </a:extLst>
          </p:cNvPr>
          <p:cNvSpPr>
            <a:spLocks noGrp="1"/>
          </p:cNvSpPr>
          <p:nvPr>
            <p:ph type="title"/>
          </p:nvPr>
        </p:nvSpPr>
        <p:spPr>
          <a:xfrm>
            <a:off x="279860" y="4925733"/>
            <a:ext cx="4921250" cy="1258589"/>
          </a:xfrm>
        </p:spPr>
        <p:txBody>
          <a:bodyPr/>
          <a:lstStyle/>
          <a:p>
            <a:pPr algn="ctr">
              <a:lnSpc>
                <a:spcPct val="150000"/>
              </a:lnSpc>
            </a:pPr>
            <a:r>
              <a:rPr lang="en-US" u="sng" dirty="0">
                <a:effectLst>
                  <a:outerShdw blurRad="38100" dist="38100" dir="2700000" algn="tl">
                    <a:srgbClr val="000000">
                      <a:alpha val="43137"/>
                    </a:srgbClr>
                  </a:outerShdw>
                </a:effectLst>
              </a:rPr>
              <a:t>TECH STACK</a:t>
            </a:r>
          </a:p>
        </p:txBody>
      </p:sp>
      <p:sp>
        <p:nvSpPr>
          <p:cNvPr id="6" name="Text Placeholder 5">
            <a:extLst>
              <a:ext uri="{FF2B5EF4-FFF2-40B4-BE49-F238E27FC236}">
                <a16:creationId xmlns:a16="http://schemas.microsoft.com/office/drawing/2014/main" id="{B240FBF4-2984-073F-A7E1-A0D58BF16DE9}"/>
              </a:ext>
            </a:extLst>
          </p:cNvPr>
          <p:cNvSpPr>
            <a:spLocks noGrp="1"/>
          </p:cNvSpPr>
          <p:nvPr>
            <p:ph type="body" sz="quarter" idx="10"/>
          </p:nvPr>
        </p:nvSpPr>
        <p:spPr>
          <a:xfrm>
            <a:off x="78658" y="295076"/>
            <a:ext cx="6096000" cy="2913063"/>
          </a:xfrm>
        </p:spPr>
        <p:txBody>
          <a:bodyPr>
            <a:noAutofit/>
          </a:bodyPr>
          <a:lstStyle/>
          <a:p>
            <a:r>
              <a:rPr lang="en-IN" sz="2000" b="1" dirty="0"/>
              <a:t>🛠 Tech Stack</a:t>
            </a:r>
          </a:p>
          <a:p>
            <a:r>
              <a:rPr lang="en-IN" sz="2000" b="1" dirty="0"/>
              <a:t>Frontend:</a:t>
            </a:r>
            <a:r>
              <a:rPr lang="en-IN" sz="2000" dirty="0"/>
              <a:t> HTML5, CSS3, JavaScript, Plotly.js (interactive charts), Responsive UI, Theme Toggle</a:t>
            </a:r>
          </a:p>
          <a:p>
            <a:r>
              <a:rPr lang="en-IN" sz="2000" b="1" dirty="0"/>
              <a:t>Backend:</a:t>
            </a:r>
            <a:r>
              <a:rPr lang="en-IN" sz="2000" dirty="0"/>
              <a:t> Python Flask, Flask-</a:t>
            </a:r>
            <a:r>
              <a:rPr lang="en-IN" sz="2000" dirty="0" err="1"/>
              <a:t>SQLAlchemy</a:t>
            </a:r>
            <a:r>
              <a:rPr lang="en-IN" sz="2000" dirty="0"/>
              <a:t> (ORM), Flask-</a:t>
            </a:r>
            <a:r>
              <a:rPr lang="en-IN" sz="2000" dirty="0" err="1"/>
              <a:t>Bcrypt</a:t>
            </a:r>
            <a:r>
              <a:rPr lang="en-IN" sz="2000" dirty="0"/>
              <a:t> (Auth), Session Management</a:t>
            </a:r>
          </a:p>
          <a:p>
            <a:r>
              <a:rPr lang="en-IN" sz="2000" b="1" dirty="0"/>
              <a:t>Machine Learning:</a:t>
            </a:r>
            <a:r>
              <a:rPr lang="en-IN" sz="2000" dirty="0"/>
              <a:t> Scikit-Learn (Linear Regression), Pandas &amp; NumPy (data cleaning + preprocessing)</a:t>
            </a:r>
          </a:p>
          <a:p>
            <a:r>
              <a:rPr lang="en-IN" sz="2000" b="1" dirty="0"/>
              <a:t>Database:</a:t>
            </a:r>
            <a:r>
              <a:rPr lang="en-IN" sz="2000" dirty="0"/>
              <a:t> SQLite (User accounts, transaction data)</a:t>
            </a:r>
          </a:p>
          <a:p>
            <a:r>
              <a:rPr lang="en-IN" sz="2000" b="1" dirty="0"/>
              <a:t>Utilities:</a:t>
            </a:r>
            <a:r>
              <a:rPr lang="en-IN" sz="2000" dirty="0"/>
              <a:t> </a:t>
            </a:r>
            <a:r>
              <a:rPr lang="en-IN" sz="2000" dirty="0" err="1"/>
              <a:t>PyNgrok</a:t>
            </a:r>
            <a:r>
              <a:rPr lang="en-IN" sz="2000" dirty="0"/>
              <a:t> (public runtime exposure), UUID-based secure file handling</a:t>
            </a:r>
            <a:br>
              <a:rPr lang="en-IN" sz="2000" dirty="0"/>
            </a:br>
            <a:endParaRPr lang="en-IN" sz="2000" dirty="0"/>
          </a:p>
        </p:txBody>
      </p:sp>
      <p:sp>
        <p:nvSpPr>
          <p:cNvPr id="3" name="TextBox 2">
            <a:extLst>
              <a:ext uri="{FF2B5EF4-FFF2-40B4-BE49-F238E27FC236}">
                <a16:creationId xmlns:a16="http://schemas.microsoft.com/office/drawing/2014/main" id="{A22DCC7F-887C-DD72-2CEB-886DC7DAD9A0}"/>
              </a:ext>
            </a:extLst>
          </p:cNvPr>
          <p:cNvSpPr txBox="1"/>
          <p:nvPr/>
        </p:nvSpPr>
        <p:spPr>
          <a:xfrm>
            <a:off x="6096000" y="295076"/>
            <a:ext cx="6130412" cy="4524315"/>
          </a:xfrm>
          <a:prstGeom prst="rect">
            <a:avLst/>
          </a:prstGeom>
          <a:noFill/>
        </p:spPr>
        <p:txBody>
          <a:bodyPr wrap="square">
            <a:spAutoFit/>
          </a:bodyPr>
          <a:lstStyle/>
          <a:p>
            <a:r>
              <a:rPr lang="en-IN" sz="1800" b="1" dirty="0">
                <a:solidFill>
                  <a:schemeClr val="bg2"/>
                </a:solidFill>
              </a:rPr>
              <a:t>🚀 Deployment Architecture</a:t>
            </a:r>
          </a:p>
          <a:p>
            <a:r>
              <a:rPr lang="en-IN" sz="1800" dirty="0">
                <a:solidFill>
                  <a:schemeClr val="bg2"/>
                </a:solidFill>
              </a:rPr>
              <a:t>Runs on </a:t>
            </a:r>
            <a:r>
              <a:rPr lang="en-IN" sz="1800" b="1" dirty="0">
                <a:solidFill>
                  <a:schemeClr val="bg2"/>
                </a:solidFill>
              </a:rPr>
              <a:t>Flask server</a:t>
            </a:r>
            <a:r>
              <a:rPr lang="en-IN" sz="1800" dirty="0">
                <a:solidFill>
                  <a:schemeClr val="bg2"/>
                </a:solidFill>
              </a:rPr>
              <a:t> with per-user session isolation</a:t>
            </a:r>
          </a:p>
          <a:p>
            <a:r>
              <a:rPr lang="en-IN" sz="1800" dirty="0">
                <a:solidFill>
                  <a:schemeClr val="bg2"/>
                </a:solidFill>
              </a:rPr>
              <a:t>CSV uploaded → validated → cleaned → stored in secure sandbox directories</a:t>
            </a:r>
          </a:p>
          <a:p>
            <a:r>
              <a:rPr lang="en-IN" sz="1800" dirty="0">
                <a:solidFill>
                  <a:schemeClr val="bg2"/>
                </a:solidFill>
              </a:rPr>
              <a:t>ML model processes historical pattern → generates predictions &amp; insights</a:t>
            </a:r>
          </a:p>
          <a:p>
            <a:r>
              <a:rPr lang="en-IN" sz="1800" dirty="0">
                <a:solidFill>
                  <a:schemeClr val="bg2"/>
                </a:solidFill>
              </a:rPr>
              <a:t>Visual analytics rendered via Plotly.js in browser</a:t>
            </a:r>
          </a:p>
          <a:p>
            <a:r>
              <a:rPr lang="en-IN" sz="1800" dirty="0">
                <a:solidFill>
                  <a:schemeClr val="bg2"/>
                </a:solidFill>
              </a:rPr>
              <a:t>Integrated AI chatbot for personalized feedback using stored spending history</a:t>
            </a:r>
          </a:p>
          <a:p>
            <a:r>
              <a:rPr lang="en-IN" sz="1800" dirty="0">
                <a:solidFill>
                  <a:schemeClr val="bg2"/>
                </a:solidFill>
              </a:rPr>
              <a:t>Uses </a:t>
            </a:r>
            <a:r>
              <a:rPr lang="en-IN" sz="1800" b="1" dirty="0" err="1">
                <a:solidFill>
                  <a:schemeClr val="bg2"/>
                </a:solidFill>
              </a:rPr>
              <a:t>Ngrok</a:t>
            </a:r>
            <a:r>
              <a:rPr lang="en-IN" sz="1800" b="1" dirty="0">
                <a:solidFill>
                  <a:schemeClr val="bg2"/>
                </a:solidFill>
              </a:rPr>
              <a:t> tunnel</a:t>
            </a:r>
            <a:r>
              <a:rPr lang="en-IN" sz="1800" dirty="0">
                <a:solidFill>
                  <a:schemeClr val="bg2"/>
                </a:solidFill>
              </a:rPr>
              <a:t> for remote secure access (dev-ready; cloud deployable future stage)</a:t>
            </a:r>
          </a:p>
          <a:p>
            <a:endParaRPr lang="en-IN" sz="1800" dirty="0">
              <a:solidFill>
                <a:schemeClr val="bg2"/>
              </a:solidFill>
            </a:endParaRPr>
          </a:p>
          <a:p>
            <a:r>
              <a:rPr lang="en-IN" sz="1800" b="1" dirty="0">
                <a:solidFill>
                  <a:schemeClr val="bg2"/>
                </a:solidFill>
              </a:rPr>
              <a:t>🔐 Security</a:t>
            </a:r>
          </a:p>
          <a:p>
            <a:r>
              <a:rPr lang="en-IN" sz="1800" dirty="0">
                <a:solidFill>
                  <a:schemeClr val="bg2"/>
                </a:solidFill>
              </a:rPr>
              <a:t>Password hashing (</a:t>
            </a:r>
            <a:r>
              <a:rPr lang="en-IN" sz="1800" dirty="0" err="1">
                <a:solidFill>
                  <a:schemeClr val="bg2"/>
                </a:solidFill>
              </a:rPr>
              <a:t>Bcrypt</a:t>
            </a:r>
            <a:r>
              <a:rPr lang="en-IN" sz="1800" dirty="0">
                <a:solidFill>
                  <a:schemeClr val="bg2"/>
                </a:solidFill>
              </a:rPr>
              <a:t>)</a:t>
            </a:r>
          </a:p>
          <a:p>
            <a:r>
              <a:rPr lang="en-IN" sz="1800" dirty="0">
                <a:solidFill>
                  <a:schemeClr val="bg2"/>
                </a:solidFill>
              </a:rPr>
              <a:t>Isolated file storage per user</a:t>
            </a:r>
          </a:p>
          <a:p>
            <a:r>
              <a:rPr lang="en-IN" sz="1800" dirty="0">
                <a:solidFill>
                  <a:schemeClr val="bg2"/>
                </a:solidFill>
              </a:rPr>
              <a:t>Prevents cross-account data leaks</a:t>
            </a:r>
          </a:p>
        </p:txBody>
      </p:sp>
      <p:sp>
        <p:nvSpPr>
          <p:cNvPr id="7" name="TextBox 6">
            <a:extLst>
              <a:ext uri="{FF2B5EF4-FFF2-40B4-BE49-F238E27FC236}">
                <a16:creationId xmlns:a16="http://schemas.microsoft.com/office/drawing/2014/main" id="{0704ADDA-A1BA-96E3-2962-CA904E2750A3}"/>
              </a:ext>
            </a:extLst>
          </p:cNvPr>
          <p:cNvSpPr txBox="1"/>
          <p:nvPr/>
        </p:nvSpPr>
        <p:spPr>
          <a:xfrm>
            <a:off x="5874774" y="5228020"/>
            <a:ext cx="6317226" cy="830997"/>
          </a:xfrm>
          <a:prstGeom prst="rect">
            <a:avLst/>
          </a:prstGeom>
          <a:noFill/>
        </p:spPr>
        <p:txBody>
          <a:bodyPr wrap="square">
            <a:spAutoFit/>
          </a:bodyPr>
          <a:lstStyle/>
          <a:p>
            <a:pPr algn="ctr"/>
            <a:r>
              <a:rPr lang="en-US" sz="4800" b="1" u="sng" dirty="0">
                <a:solidFill>
                  <a:schemeClr val="bg1"/>
                </a:solidFill>
                <a:effectLst>
                  <a:outerShdw blurRad="38100" dist="38100" dir="2700000" algn="tl">
                    <a:srgbClr val="000000">
                      <a:alpha val="43137"/>
                    </a:srgbClr>
                  </a:outerShdw>
                </a:effectLst>
                <a:latin typeface="+mj-lt"/>
              </a:rPr>
              <a:t>DEPLOYMENT</a:t>
            </a:r>
            <a:endParaRPr lang="en-IN" sz="4800" b="1" u="sng"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137189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D94F1-CB6D-4F76-AD08-DAA3805D80A7}"/>
              </a:ext>
            </a:extLst>
          </p:cNvPr>
          <p:cNvSpPr>
            <a:spLocks noGrp="1"/>
          </p:cNvSpPr>
          <p:nvPr>
            <p:ph type="title"/>
          </p:nvPr>
        </p:nvSpPr>
        <p:spPr>
          <a:xfrm>
            <a:off x="7690290" y="595583"/>
            <a:ext cx="4132006" cy="869423"/>
          </a:xfrm>
        </p:spPr>
        <p:txBody>
          <a:bodyPr/>
          <a:lstStyle/>
          <a:p>
            <a:r>
              <a:rPr lang="en-US" dirty="0"/>
              <a:t>CONCLUSION</a:t>
            </a:r>
          </a:p>
        </p:txBody>
      </p:sp>
      <p:sp>
        <p:nvSpPr>
          <p:cNvPr id="3" name="Date Placeholder 2">
            <a:extLst>
              <a:ext uri="{FF2B5EF4-FFF2-40B4-BE49-F238E27FC236}">
                <a16:creationId xmlns:a16="http://schemas.microsoft.com/office/drawing/2014/main" id="{BD1D38F2-75F7-490A-B96E-F422A588F860}"/>
              </a:ext>
            </a:extLst>
          </p:cNvPr>
          <p:cNvSpPr>
            <a:spLocks noGrp="1"/>
          </p:cNvSpPr>
          <p:nvPr>
            <p:ph type="dt" sz="half" idx="10"/>
          </p:nvPr>
        </p:nvSpPr>
        <p:spPr/>
        <p:txBody>
          <a:bodyPr/>
          <a:lstStyle/>
          <a:p>
            <a:pPr lvl="0"/>
            <a:r>
              <a:rPr lang="en-US" noProof="0" dirty="0"/>
              <a:t>20XX</a:t>
            </a:r>
          </a:p>
        </p:txBody>
      </p:sp>
      <p:sp>
        <p:nvSpPr>
          <p:cNvPr id="22" name="Text Placeholder 21">
            <a:extLst>
              <a:ext uri="{FF2B5EF4-FFF2-40B4-BE49-F238E27FC236}">
                <a16:creationId xmlns:a16="http://schemas.microsoft.com/office/drawing/2014/main" id="{E2B0863C-D98E-4E93-94EE-6E8EB78DBD28}"/>
              </a:ext>
            </a:extLst>
          </p:cNvPr>
          <p:cNvSpPr>
            <a:spLocks noGrp="1"/>
          </p:cNvSpPr>
          <p:nvPr>
            <p:ph type="body" sz="quarter" idx="15"/>
          </p:nvPr>
        </p:nvSpPr>
        <p:spPr>
          <a:xfrm>
            <a:off x="7690290" y="1645135"/>
            <a:ext cx="3949586" cy="3294680"/>
          </a:xfrm>
        </p:spPr>
        <p:txBody>
          <a:bodyPr>
            <a:noAutofit/>
          </a:bodyPr>
          <a:lstStyle/>
          <a:p>
            <a:pPr marL="285750" indent="-285750" algn="just">
              <a:buFont typeface="Wingdings" panose="05000000000000000000" pitchFamily="2" charset="2"/>
              <a:buChar char="§"/>
            </a:pPr>
            <a:r>
              <a:rPr lang="en-US" dirty="0"/>
              <a:t>Budget Wise makes money management smarter and easier by using AI to analyze spending habits and predict future expenses.</a:t>
            </a:r>
          </a:p>
          <a:p>
            <a:pPr marL="285750" indent="-285750" algn="just">
              <a:buFont typeface="Wingdings" panose="05000000000000000000" pitchFamily="2" charset="2"/>
              <a:buChar char="§"/>
            </a:pPr>
            <a:r>
              <a:rPr lang="en-US" dirty="0"/>
              <a:t>It helps users plan budgets, control spending, and make better financial decisions with clear insights and visual reports.</a:t>
            </a:r>
          </a:p>
          <a:p>
            <a:pPr marL="285750" indent="-285750" algn="just">
              <a:buFont typeface="Wingdings" panose="05000000000000000000" pitchFamily="2" charset="2"/>
              <a:buChar char="§"/>
            </a:pPr>
            <a:r>
              <a:rPr lang="en-US" dirty="0"/>
              <a:t>By combining data analysis and interactive dashboards, the tool encourages smarter saving and financial awareness.</a:t>
            </a:r>
            <a:br>
              <a:rPr lang="en-US" dirty="0"/>
            </a:br>
            <a:r>
              <a:rPr lang="en-US" dirty="0"/>
              <a:t>In short, Budget Wise is a step toward stress-free and intelligent financial planning for everyone.</a:t>
            </a:r>
            <a:endParaRPr lang="en-IN" dirty="0"/>
          </a:p>
        </p:txBody>
      </p:sp>
      <p:pic>
        <p:nvPicPr>
          <p:cNvPr id="2050" name="Picture 2" descr="The Do’s and Don’ts of Incorporating AI into Your Financial Forecasting ...">
            <a:extLst>
              <a:ext uri="{FF2B5EF4-FFF2-40B4-BE49-F238E27FC236}">
                <a16:creationId xmlns:a16="http://schemas.microsoft.com/office/drawing/2014/main" id="{FD22B266-36C7-C256-0D3F-82F04A1C8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72168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417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254BC8F-C4A8-F37A-9150-B9C40D487A2C}"/>
              </a:ext>
            </a:extLst>
          </p:cNvPr>
          <p:cNvPicPr>
            <a:picLocks noChangeAspect="1"/>
          </p:cNvPicPr>
          <p:nvPr/>
        </p:nvPicPr>
        <p:blipFill>
          <a:blip r:embed="rId2"/>
          <a:stretch>
            <a:fillRect/>
          </a:stretch>
        </p:blipFill>
        <p:spPr>
          <a:xfrm>
            <a:off x="0" y="0"/>
            <a:ext cx="12192000"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0428018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9A578DBA-2233-4100-A154-9B2EE99CB7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6CE74E-0E49-4DCF-8160-81B293B5DD14}">
  <ds:schemaRefs>
    <ds:schemaRef ds:uri="http://schemas.microsoft.com/sharepoint/v3/contenttype/forms"/>
  </ds:schemaRefs>
</ds:datastoreItem>
</file>

<file path=customXml/itemProps3.xml><?xml version="1.0" encoding="utf-8"?>
<ds:datastoreItem xmlns:ds="http://schemas.openxmlformats.org/officeDocument/2006/customXml" ds:itemID="{CD0DF15B-6C3C-4D75-B10D-16EE1DCCB6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Organic</Template>
  <TotalTime>119</TotalTime>
  <Words>736</Words>
  <Application>Microsoft Office PowerPoint</Application>
  <PresentationFormat>Widescreen</PresentationFormat>
  <Paragraphs>78</Paragraphs>
  <Slides>12</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Avenir Next LT Pro</vt:lpstr>
      <vt:lpstr>AvenirNext LT Pro Medium</vt:lpstr>
      <vt:lpstr>Calibri</vt:lpstr>
      <vt:lpstr>Garamond</vt:lpstr>
      <vt:lpstr>Posterama</vt:lpstr>
      <vt:lpstr>Segoe UI Semilight</vt:lpstr>
      <vt:lpstr>Wingdings</vt:lpstr>
      <vt:lpstr>Organic</vt:lpstr>
      <vt:lpstr>PowerPoint Presentation</vt:lpstr>
      <vt:lpstr>CONTENTS</vt:lpstr>
      <vt:lpstr>ABSTRACT</vt:lpstr>
      <vt:lpstr>INTRODUCTION</vt:lpstr>
      <vt:lpstr>PROBLEM STATEMENT</vt:lpstr>
      <vt:lpstr>OUR SOLUTION</vt:lpstr>
      <vt:lpstr>METHODOLOGY</vt:lpstr>
      <vt:lpstr>The way to get started is to quit talking and begin doing.</vt:lpstr>
      <vt:lpstr>PowerPoint Presentation</vt:lpstr>
      <vt:lpstr>TECH STACK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 Geervani</dc:creator>
  <cp:lastModifiedBy>KAVYA S</cp:lastModifiedBy>
  <cp:revision>5</cp:revision>
  <dcterms:created xsi:type="dcterms:W3CDTF">2025-12-01T16:31:43Z</dcterms:created>
  <dcterms:modified xsi:type="dcterms:W3CDTF">2025-12-15T13:37:57Z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